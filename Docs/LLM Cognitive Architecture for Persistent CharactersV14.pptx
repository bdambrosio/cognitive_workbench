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9.xml.rels" ContentType="application/vnd.openxmlformats-package.relationships+xml"/>
  <Override PartName="/ppt/slideMasters/_rels/slideMaster18.xml.rels" ContentType="application/vnd.openxmlformats-package.relationships+xml"/>
  <Override PartName="/ppt/slideMasters/_rels/slideMaster6.xml.rels" ContentType="application/vnd.openxmlformats-package.relationships+xml"/>
  <Override PartName="/ppt/slideMasters/_rels/slideMaster17.xml.rels" ContentType="application/vnd.openxmlformats-package.relationships+xml"/>
  <Override PartName="/ppt/slideMasters/_rels/slideMaster5.xml.rels" ContentType="application/vnd.openxmlformats-package.relationships+xml"/>
  <Override PartName="/ppt/slideMasters/_rels/slideMaster16.xml.rels" ContentType="application/vnd.openxmlformats-package.relationships+xml"/>
  <Override PartName="/ppt/slideMasters/_rels/slideMaster4.xml.rels" ContentType="application/vnd.openxmlformats-package.relationships+xml"/>
  <Override PartName="/ppt/slideMasters/_rels/slideMaster15.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15.xml" ContentType="application/vnd.openxmlformats-officedocument.presentationml.slideMaster+xml"/>
  <Override PartName="/ppt/slideMasters/slideMaster4.xml" ContentType="application/vnd.openxmlformats-officedocument.presentationml.slideMaster+xml"/>
  <Override PartName="/ppt/slideMasters/slideMaster16.xml" ContentType="application/vnd.openxmlformats-officedocument.presentationml.slideMaster+xml"/>
  <Override PartName="/ppt/slideMasters/slideMaster5.xml" ContentType="application/vnd.openxmlformats-officedocument.presentationml.slideMaster+xml"/>
  <Override PartName="/ppt/slideMasters/slideMaster17.xml" ContentType="application/vnd.openxmlformats-officedocument.presentationml.slideMaster+xml"/>
  <Override PartName="/ppt/slideMasters/slideMaster6.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theme/theme20.xml" ContentType="application/vnd.openxmlformats-officedocument.theme+xml"/>
  <Override PartName="/ppt/_rels/presentation.xml.rels" ContentType="application/vnd.openxmlformats-package.relationships+xml"/>
  <Override PartName="/ppt/media/image1.jpeg" ContentType="image/jpeg"/>
  <Override PartName="/ppt/media/image2.png" ContentType="image/png"/>
  <Override PartName="/ppt/media/image3.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4.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1.xml" ContentType="application/vnd.openxmlformats-officedocument.presentationml.slideLayout+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1.xml.rels" ContentType="application/vnd.openxmlformats-package.relationships+xml"/>
  <Override PartName="/ppt/slideLayouts/_rels/slideLayout1.xml.rels" ContentType="application/vnd.openxmlformats-package.relationships+xml"/>
  <Override PartName="/ppt/slideLayouts/_rels/slideLayout19.xml.rels" ContentType="application/vnd.openxmlformats-package.relationships+xml"/>
  <Override PartName="/ppt/slideLayouts/_rels/slideLayout20.xml.rels" ContentType="application/vnd.openxmlformats-package.relationships+xml"/>
  <Override PartName="/ppt/slideLayouts/_rels/slideLayout18.xml.rels" ContentType="application/vnd.openxmlformats-package.relationships+xml"/>
  <Override PartName="/ppt/slideLayouts/slideLayout3.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5.xml" ContentType="application/vnd.openxmlformats-officedocument.presentationml.slideLayout+xml"/>
  <Override PartName="/ppt/slides/_rels/slide26.xml.rels" ContentType="application/vnd.openxmlformats-package.relationships+xml"/>
  <Override PartName="/ppt/slides/_rels/slide9.xml.rels" ContentType="application/vnd.openxmlformats-package.relationships+xml"/>
  <Override PartName="/ppt/slides/_rels/slide14.xml.rels" ContentType="application/vnd.openxmlformats-package.relationships+xml"/>
  <Override PartName="/ppt/slides/_rels/slide32.xml.rels" ContentType="application/vnd.openxmlformats-package.relationships+xml"/>
  <Override PartName="/ppt/slides/_rels/slide31.xml.rels" ContentType="application/vnd.openxmlformats-package.relationships+xml"/>
  <Override PartName="/ppt/slides/_rels/slide29.xml.rels" ContentType="application/vnd.openxmlformats-package.relationships+xml"/>
  <Override PartName="/ppt/slides/_rels/slide5.xml.rels" ContentType="application/vnd.openxmlformats-package.relationships+xml"/>
  <Override PartName="/ppt/slides/_rels/slide22.xml.rels" ContentType="application/vnd.openxmlformats-package.relationships+xml"/>
  <Override PartName="/ppt/slides/_rels/slide19.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30.xml.rels" ContentType="application/vnd.openxmlformats-package.relationships+xml"/>
  <Override PartName="/ppt/slides/_rels/slide28.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27.xml.rels" ContentType="application/vnd.openxmlformats-package.relationships+xml"/>
  <Override PartName="/ppt/slides/_rels/slide18.xml.rels" ContentType="application/vnd.openxmlformats-package.relationships+xml"/>
  <Override PartName="/ppt/slides/_rels/slide11.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25.xml.rels" ContentType="application/vnd.openxmlformats-package.relationships+xml"/>
  <Override PartName="/ppt/slides/_rels/slide2.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1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5.xml" ContentType="application/vnd.openxmlformats-officedocument.presentationml.slide+xml"/>
  <Override PartName="/ppt/slides/slide13.xml" ContentType="application/vnd.openxmlformats-officedocument.presentationml.slide+xml"/>
  <Override PartName="/ppt/slides/slide25.xml" ContentType="application/vnd.openxmlformats-officedocument.presentationml.slide+xml"/>
  <Override PartName="/ppt/slides/slide30.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9.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1.xml" ContentType="application/vnd.openxmlformats-officedocument.presentationml.slide+xml"/>
  <Override PartName="/ppt/slides/slide7.xml" ContentType="application/vnd.openxmlformats-officedocument.presentationml.slide+xml"/>
  <Override PartName="/ppt/slides/slide15.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26.xml" ContentType="application/vnd.openxmlformats-officedocument.presentationml.slide+xml"/>
  <Override PartName="/ppt/notesSlides/_rels/notesSlide4.xml.rels" ContentType="application/vnd.openxmlformats-package.relationships+xml"/>
  <Override PartName="/ppt/notesSlides/_rels/notesSlide3.xml.rels" ContentType="application/vnd.openxmlformats-package.relationships+xml"/>
  <Override PartName="/ppt/notesSlides/notesSlide3.xml" ContentType="application/vnd.openxmlformats-officedocument.presentationml.notesSlide+xml"/>
  <Override PartName="/ppt/notesSlides/notesSlide4.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70" r:id="rId8"/>
    <p:sldMasterId id="2147483672" r:id="rId9"/>
    <p:sldMasterId id="2147483674" r:id="rId10"/>
    <p:sldMasterId id="2147483676" r:id="rId11"/>
    <p:sldMasterId id="2147483678" r:id="rId12"/>
  </p:sldMasterIdLst>
  <p:notesMasterIdLst>
    <p:notesMasterId r:id="rId13"/>
  </p:notes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 id="270" r:id="rId28"/>
    <p:sldId id="271" r:id="rId29"/>
    <p:sldId id="272" r:id="rId30"/>
    <p:sldId id="273" r:id="rId31"/>
    <p:sldId id="274" r:id="rId32"/>
    <p:sldId id="275" r:id="rId33"/>
    <p:sldId id="276" r:id="rId34"/>
    <p:sldId id="277" r:id="rId35"/>
    <p:sldId id="278" r:id="rId36"/>
    <p:sldId id="279" r:id="rId37"/>
    <p:sldId id="280" r:id="rId38"/>
    <p:sldId id="281" r:id="rId39"/>
    <p:sldId id="282" r:id="rId40"/>
    <p:sldId id="283" r:id="rId41"/>
    <p:sldId id="284" r:id="rId42"/>
    <p:sldId id="285" r:id="rId43"/>
    <p:sldId id="286" r:id="rId44"/>
    <p:sldId id="287" r:id="rId45"/>
  </p:sldIdLst>
  <p:sldSz cx="9144000" cy="5143500"/>
  <p:notesSz cx="7772400" cy="100584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15.xml"/><Relationship Id="rId9" Type="http://schemas.openxmlformats.org/officeDocument/2006/relationships/slideMaster" Target="slideMasters/slideMaster16.xml"/><Relationship Id="rId10" Type="http://schemas.openxmlformats.org/officeDocument/2006/relationships/slideMaster" Target="slideMasters/slideMaster17.xml"/><Relationship Id="rId11" Type="http://schemas.openxmlformats.org/officeDocument/2006/relationships/slideMaster" Target="slideMasters/slideMaster18.xml"/><Relationship Id="rId12" Type="http://schemas.openxmlformats.org/officeDocument/2006/relationships/slideMaster" Target="slideMasters/slideMaster19.xml"/><Relationship Id="rId13" Type="http://schemas.openxmlformats.org/officeDocument/2006/relationships/notesMaster" Target="notesMasters/notesMaster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19.xml"/><Relationship Id="rId33" Type="http://schemas.openxmlformats.org/officeDocument/2006/relationships/slide" Target="slides/slide20.xml"/><Relationship Id="rId34" Type="http://schemas.openxmlformats.org/officeDocument/2006/relationships/slide" Target="slides/slide21.xml"/><Relationship Id="rId35" Type="http://schemas.openxmlformats.org/officeDocument/2006/relationships/slide" Target="slides/slide22.xml"/><Relationship Id="rId36" Type="http://schemas.openxmlformats.org/officeDocument/2006/relationships/slide" Target="slides/slide23.xml"/><Relationship Id="rId37" Type="http://schemas.openxmlformats.org/officeDocument/2006/relationships/slide" Target="slides/slide24.xml"/><Relationship Id="rId38" Type="http://schemas.openxmlformats.org/officeDocument/2006/relationships/slide" Target="slides/slide25.xml"/><Relationship Id="rId39" Type="http://schemas.openxmlformats.org/officeDocument/2006/relationships/slide" Target="slides/slide26.xml"/><Relationship Id="rId40" Type="http://schemas.openxmlformats.org/officeDocument/2006/relationships/slide" Target="slides/slide27.xml"/><Relationship Id="rId41" Type="http://schemas.openxmlformats.org/officeDocument/2006/relationships/slide" Target="slides/slide28.xml"/><Relationship Id="rId42" Type="http://schemas.openxmlformats.org/officeDocument/2006/relationships/slide" Target="slides/slide29.xml"/><Relationship Id="rId43" Type="http://schemas.openxmlformats.org/officeDocument/2006/relationships/slide" Target="slides/slide30.xml"/><Relationship Id="rId44" Type="http://schemas.openxmlformats.org/officeDocument/2006/relationships/slide" Target="slides/slide31.xml"/><Relationship Id="rId45" Type="http://schemas.openxmlformats.org/officeDocument/2006/relationships/slide" Target="slides/slide32.xml"/><Relationship Id="rId46"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0.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 name="PlaceHolder 1"/>
          <p:cNvSpPr>
            <a:spLocks noGrp="1"/>
          </p:cNvSpPr>
          <p:nvPr>
            <p:ph type="sldImg"/>
          </p:nvPr>
        </p:nvSpPr>
        <p:spPr>
          <a:xfrm>
            <a:off x="0" y="764280"/>
            <a:ext cx="0" cy="0"/>
          </a:xfrm>
          <a:prstGeom prst="rect">
            <a:avLst/>
          </a:prstGeom>
          <a:noFill/>
          <a:ln w="0">
            <a:noFill/>
          </a:ln>
        </p:spPr>
        <p:txBody>
          <a:bodyPr lIns="0" rIns="0" tIns="0" bIns="0" anchor="ctr">
            <a:noAutofit/>
          </a:bodyPr>
          <a:p>
            <a:pPr algn="ctr"/>
            <a:r>
              <a:rPr b="0" lang="en-US" sz="4400" strike="noStrike" u="none">
                <a:solidFill>
                  <a:srgbClr val="000000"/>
                </a:solidFill>
                <a:effectLst/>
                <a:uFillTx/>
                <a:latin typeface="Arial"/>
              </a:rPr>
              <a:t>Click to move the slide</a:t>
            </a:r>
            <a:endParaRPr b="0" lang="en-US" sz="4400" strike="noStrike" u="none">
              <a:solidFill>
                <a:srgbClr val="000000"/>
              </a:solidFill>
              <a:effectLst/>
              <a:uFillTx/>
              <a:latin typeface="Arial"/>
            </a:endParaRPr>
          </a:p>
        </p:txBody>
      </p:sp>
      <p:sp>
        <p:nvSpPr>
          <p:cNvPr id="57"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Click to edit the notes format</a:t>
            </a:r>
            <a:endParaRPr b="0" lang="en-US" sz="2000" strike="noStrike" u="none">
              <a:solidFill>
                <a:srgbClr val="000000"/>
              </a:solidFill>
              <a:effectLst/>
              <a:uFillTx/>
              <a:latin typeface="Arial"/>
            </a:endParaRPr>
          </a:p>
        </p:txBody>
      </p:sp>
      <p:sp>
        <p:nvSpPr>
          <p:cNvPr id="58"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59" name="PlaceHolder 4"/>
          <p:cNvSpPr>
            <a:spLocks noGrp="1"/>
          </p:cNvSpPr>
          <p:nvPr>
            <p:ph type="dt" idx="22"/>
          </p:nvPr>
        </p:nvSpPr>
        <p:spPr>
          <a:xfrm>
            <a:off x="4399200" y="0"/>
            <a:ext cx="3372840" cy="50256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60" name="PlaceHolder 5"/>
          <p:cNvSpPr>
            <a:spLocks noGrp="1"/>
          </p:cNvSpPr>
          <p:nvPr>
            <p:ph type="ftr" idx="23"/>
          </p:nvPr>
        </p:nvSpPr>
        <p:spPr>
          <a:xfrm>
            <a:off x="0" y="9555480"/>
            <a:ext cx="3372840" cy="50256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61" name="PlaceHolder 6"/>
          <p:cNvSpPr>
            <a:spLocks noGrp="1"/>
          </p:cNvSpPr>
          <p:nvPr>
            <p:ph type="sldNum" idx="24"/>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Times New Roman"/>
              </a:defRPr>
            </a:lvl1pPr>
          </a:lstStyle>
          <a:p>
            <a:pPr indent="0" algn="r">
              <a:buNone/>
            </a:pPr>
            <a:fld id="{5850B63B-491F-4D31-B2D6-F82D32595A55}" type="slidenum">
              <a:rPr b="0" lang="en-US" sz="1400" strike="noStrike" u="none">
                <a:solidFill>
                  <a:srgbClr val="000000"/>
                </a:solidFill>
                <a:effectLst/>
                <a:uFillTx/>
                <a:latin typeface="Times New Roman"/>
              </a:rPr>
              <a:t>1</a:t>
            </a:fld>
            <a:endParaRPr b="0" lang="en-U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PlaceHolder 1"/>
          <p:cNvSpPr>
            <a:spLocks noGrp="1"/>
          </p:cNvSpPr>
          <p:nvPr>
            <p:ph type="sldImg"/>
          </p:nvPr>
        </p:nvSpPr>
        <p:spPr>
          <a:xfrm>
            <a:off x="533520" y="764280"/>
            <a:ext cx="6702120" cy="3768840"/>
          </a:xfrm>
          <a:prstGeom prst="rect">
            <a:avLst/>
          </a:prstGeom>
          <a:ln w="0">
            <a:noFill/>
          </a:ln>
        </p:spPr>
      </p:sp>
      <p:sp>
        <p:nvSpPr>
          <p:cNvPr id="137" name="PlaceHolder 2"/>
          <p:cNvSpPr>
            <a:spLocks noGrp="1"/>
          </p:cNvSpPr>
          <p:nvPr>
            <p:ph type="body"/>
          </p:nvPr>
        </p:nvSpPr>
        <p:spPr>
          <a:xfrm>
            <a:off x="777240" y="4777560"/>
            <a:ext cx="6215040" cy="3449520"/>
          </a:xfrm>
          <a:prstGeom prst="rect">
            <a:avLst/>
          </a:prstGeom>
          <a:noFill/>
          <a:ln w="0">
            <a:noFill/>
          </a:ln>
        </p:spPr>
        <p:txBody>
          <a:bodyPr lIns="0" rIns="0" tIns="0" bIns="0" anchor="t">
            <a:noAutofit/>
          </a:bodyPr>
          <a:p>
            <a:pPr marL="216000" indent="-216000">
              <a:lnSpc>
                <a:spcPct val="100000"/>
              </a:lnSpc>
              <a:buNone/>
              <a:tabLst>
                <a:tab algn="l" pos="0"/>
              </a:tabLst>
            </a:pPr>
            <a:r>
              <a:rPr b="0" lang="en-US" sz="1600" strike="noStrike" u="none">
                <a:solidFill>
                  <a:srgbClr val="000000"/>
                </a:solidFill>
                <a:effectLst/>
                <a:uFillTx/>
                <a:latin typeface="Arial"/>
              </a:rPr>
              <a:t>A current goal of LLM research is long-term behavior, that is, extending the length of time an LLM can be engaged in productive behavior in some environment. </a:t>
            </a:r>
            <a:endParaRPr b="0" lang="en-US" sz="1600" strike="noStrike" u="none">
              <a:solidFill>
                <a:srgbClr val="000000"/>
              </a:solidFill>
              <a:effectLst/>
              <a:uFillTx/>
              <a:latin typeface="Arial"/>
            </a:endParaRPr>
          </a:p>
          <a:p>
            <a:pPr marL="216000" indent="-216000">
              <a:lnSpc>
                <a:spcPct val="100000"/>
              </a:lnSpc>
              <a:buNone/>
              <a:tabLst>
                <a:tab algn="l" pos="0"/>
              </a:tabLst>
            </a:pPr>
            <a:r>
              <a:rPr b="0" lang="en-US" sz="1600" strike="noStrike" u="none">
                <a:solidFill>
                  <a:srgbClr val="000000"/>
                </a:solidFill>
                <a:effectLst/>
                <a:uFillTx/>
                <a:latin typeface="Arial"/>
              </a:rPr>
              <a:t>History:</a:t>
            </a:r>
            <a:endParaRPr b="0" lang="en-US" sz="1600" strike="noStrike" u="none">
              <a:solidFill>
                <a:srgbClr val="000000"/>
              </a:solidFill>
              <a:effectLst/>
              <a:uFillTx/>
              <a:latin typeface="Arial"/>
            </a:endParaRPr>
          </a:p>
          <a:p>
            <a:pPr marL="216000" indent="-216000">
              <a:lnSpc>
                <a:spcPct val="100000"/>
              </a:lnSpc>
              <a:buNone/>
              <a:tabLst>
                <a:tab algn="l" pos="0"/>
              </a:tabLst>
            </a:pPr>
            <a:r>
              <a:rPr b="0" lang="en-US" sz="1600" strike="noStrike" u="none">
                <a:solidFill>
                  <a:srgbClr val="000000"/>
                </a:solidFill>
                <a:effectLst/>
                <a:uFillTx/>
                <a:latin typeface="Arial"/>
              </a:rPr>
              <a:t>1. Single-turn chat (the ‘gpt moment’)</a:t>
            </a:r>
            <a:endParaRPr b="0" lang="en-US" sz="1600" strike="noStrike" u="none">
              <a:solidFill>
                <a:srgbClr val="000000"/>
              </a:solidFill>
              <a:effectLst/>
              <a:uFillTx/>
              <a:latin typeface="Arial"/>
            </a:endParaRPr>
          </a:p>
          <a:p>
            <a:pPr marL="216000" indent="-216000">
              <a:lnSpc>
                <a:spcPct val="100000"/>
              </a:lnSpc>
              <a:buNone/>
              <a:tabLst>
                <a:tab algn="l" pos="0"/>
              </a:tabLst>
            </a:pPr>
            <a:r>
              <a:rPr b="0" lang="en-US" sz="1600" strike="noStrike" u="none">
                <a:solidFill>
                  <a:srgbClr val="000000"/>
                </a:solidFill>
                <a:effectLst/>
                <a:uFillTx/>
                <a:latin typeface="Arial"/>
              </a:rPr>
              <a:t>2. Chat history.</a:t>
            </a:r>
            <a:endParaRPr b="0" lang="en-US" sz="1600" strike="noStrike" u="none">
              <a:solidFill>
                <a:srgbClr val="000000"/>
              </a:solidFill>
              <a:effectLst/>
              <a:uFillTx/>
              <a:latin typeface="Arial"/>
            </a:endParaRPr>
          </a:p>
          <a:p>
            <a:pPr marL="216000" indent="-216000">
              <a:lnSpc>
                <a:spcPct val="100000"/>
              </a:lnSpc>
              <a:buNone/>
              <a:tabLst>
                <a:tab algn="l" pos="0"/>
              </a:tabLst>
            </a:pPr>
            <a:r>
              <a:rPr b="0" lang="en-US" sz="1600" strike="noStrike" u="none">
                <a:solidFill>
                  <a:srgbClr val="000000"/>
                </a:solidFill>
                <a:effectLst/>
                <a:uFillTx/>
                <a:latin typeface="Arial"/>
              </a:rPr>
              <a:t>3. Hmm, not enough, LLM ‘loses focus’ after a few turns. Why?</a:t>
            </a:r>
            <a:endParaRPr b="0" lang="en-US" sz="1600" strike="noStrike" u="none">
              <a:solidFill>
                <a:srgbClr val="000000"/>
              </a:solidFill>
              <a:effectLst/>
              <a:uFillTx/>
              <a:latin typeface="Arial"/>
            </a:endParaRPr>
          </a:p>
          <a:p>
            <a:pPr marL="216000" indent="-216000">
              <a:lnSpc>
                <a:spcPct val="100000"/>
              </a:lnSpc>
              <a:buNone/>
              <a:tabLst>
                <a:tab algn="l" pos="0"/>
              </a:tabLst>
            </a:pPr>
            <a:r>
              <a:rPr b="0" lang="en-US" sz="1600" strike="noStrike" u="none">
                <a:solidFill>
                  <a:srgbClr val="000000"/>
                </a:solidFill>
                <a:effectLst/>
                <a:uFillTx/>
                <a:latin typeface="Arial"/>
              </a:rPr>
              <a:t>4. RLHF, DPO, GRPO – embed long-term policies in weights?</a:t>
            </a:r>
            <a:endParaRPr b="0" lang="en-US" sz="1600" strike="noStrike" u="none">
              <a:solidFill>
                <a:srgbClr val="000000"/>
              </a:solidFill>
              <a:effectLst/>
              <a:uFillTx/>
              <a:latin typeface="Arial"/>
            </a:endParaRPr>
          </a:p>
          <a:p>
            <a:pPr marL="216000" indent="-216000">
              <a:lnSpc>
                <a:spcPct val="100000"/>
              </a:lnSpc>
              <a:buNone/>
              <a:tabLst>
                <a:tab algn="l" pos="0"/>
              </a:tabLst>
            </a:pPr>
            <a:r>
              <a:rPr b="0" lang="en-US" sz="1600" strike="noStrike" u="none">
                <a:solidFill>
                  <a:srgbClr val="000000"/>
                </a:solidFill>
                <a:effectLst/>
                <a:uFillTx/>
                <a:latin typeface="Arial"/>
              </a:rPr>
              <a:t>Mostly used in artificial domains like coding. Tradeoff – model loses ‘flexibility’</a:t>
            </a:r>
            <a:endParaRPr b="0" lang="en-US" sz="1600" strike="noStrike" u="none">
              <a:solidFill>
                <a:srgbClr val="000000"/>
              </a:solidFill>
              <a:effectLst/>
              <a:uFillTx/>
              <a:latin typeface="Arial"/>
            </a:endParaRPr>
          </a:p>
          <a:p>
            <a:pPr marL="216000" indent="-216000">
              <a:lnSpc>
                <a:spcPct val="100000"/>
              </a:lnSpc>
              <a:buNone/>
              <a:tabLst>
                <a:tab algn="l" pos="0"/>
              </a:tabLst>
            </a:pPr>
            <a:r>
              <a:rPr b="0" lang="en-US" sz="1600" strike="noStrike" u="none">
                <a:solidFill>
                  <a:srgbClr val="000000"/>
                </a:solidFill>
                <a:effectLst/>
                <a:uFillTx/>
                <a:latin typeface="Arial"/>
              </a:rPr>
              <a:t>5. ICL and prompt tuning (e.g. DSPy) – ‘agentic’ workflows. – knowledge-free or heuristic methods for ‘tuning’ the input</a:t>
            </a:r>
            <a:endParaRPr b="0" lang="en-US" sz="1600" strike="noStrike" u="none">
              <a:solidFill>
                <a:srgbClr val="000000"/>
              </a:solidFill>
              <a:effectLst/>
              <a:uFillTx/>
              <a:latin typeface="Arial"/>
            </a:endParaRPr>
          </a:p>
          <a:p>
            <a:pPr marL="216000" indent="-216000">
              <a:lnSpc>
                <a:spcPct val="100000"/>
              </a:lnSpc>
              <a:buNone/>
              <a:tabLst>
                <a:tab algn="l" pos="0"/>
              </a:tabLst>
            </a:pPr>
            <a:endParaRPr b="0" lang="en-US" sz="1600" strike="noStrike" u="none">
              <a:solidFill>
                <a:srgbClr val="000000"/>
              </a:solidFill>
              <a:effectLst/>
              <a:uFillTx/>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PlaceHolder 1"/>
          <p:cNvSpPr>
            <a:spLocks noGrp="1"/>
          </p:cNvSpPr>
          <p:nvPr>
            <p:ph type="sldImg"/>
          </p:nvPr>
        </p:nvSpPr>
        <p:spPr>
          <a:xfrm>
            <a:off x="533520" y="764280"/>
            <a:ext cx="6702120" cy="3768840"/>
          </a:xfrm>
          <a:prstGeom prst="rect">
            <a:avLst/>
          </a:prstGeom>
          <a:ln w="0">
            <a:noFill/>
          </a:ln>
        </p:spPr>
      </p:sp>
      <p:sp>
        <p:nvSpPr>
          <p:cNvPr id="139" name="PlaceHolder 2"/>
          <p:cNvSpPr>
            <a:spLocks noGrp="1"/>
          </p:cNvSpPr>
          <p:nvPr>
            <p:ph type="body"/>
          </p:nvPr>
        </p:nvSpPr>
        <p:spPr>
          <a:xfrm>
            <a:off x="777240" y="4777560"/>
            <a:ext cx="6215040" cy="4523400"/>
          </a:xfrm>
          <a:prstGeom prst="rect">
            <a:avLst/>
          </a:prstGeom>
          <a:noFill/>
          <a:ln w="0">
            <a:noFill/>
          </a:ln>
        </p:spPr>
        <p:txBody>
          <a:bodyPr lIns="0" rIns="0" tIns="0" bIns="0" anchor="t">
            <a:noAutofit/>
          </a:bodyPr>
          <a:p>
            <a:pPr marL="216000" indent="-216000">
              <a:lnSpc>
                <a:spcPct val="100000"/>
              </a:lnSpc>
              <a:buNone/>
              <a:tabLst>
                <a:tab algn="l" pos="0"/>
              </a:tabLst>
            </a:pPr>
            <a:r>
              <a:rPr b="0" lang="en-US" sz="2000" strike="noStrike" u="none">
                <a:solidFill>
                  <a:srgbClr val="000000"/>
                </a:solidFill>
                <a:effectLst/>
                <a:uFillTx/>
                <a:latin typeface="Arial"/>
              </a:rPr>
              <a:t>I’m going to offer another perspective:</a:t>
            </a:r>
            <a:endParaRPr b="0" lang="en-US" sz="2000" strike="noStrike" u="none">
              <a:solidFill>
                <a:srgbClr val="000000"/>
              </a:solidFill>
              <a:effectLst/>
              <a:uFillTx/>
              <a:latin typeface="Arial"/>
            </a:endParaRPr>
          </a:p>
          <a:p>
            <a:pPr marL="216000" indent="-216000">
              <a:lnSpc>
                <a:spcPct val="100000"/>
              </a:lnSpc>
              <a:buNone/>
              <a:tabLst>
                <a:tab algn="l" pos="0"/>
              </a:tabLst>
            </a:pPr>
            <a:r>
              <a:rPr b="0" lang="en-US" sz="2000" strike="noStrike" u="none">
                <a:solidFill>
                  <a:srgbClr val="000000"/>
                </a:solidFill>
                <a:effectLst/>
                <a:uFillTx/>
                <a:latin typeface="Arial"/>
              </a:rPr>
              <a:t>LLMs are about </a:t>
            </a:r>
            <a:r>
              <a:rPr b="0" i="1" lang="en-US" sz="2000" strike="noStrike" u="none">
                <a:solidFill>
                  <a:srgbClr val="000000"/>
                </a:solidFill>
                <a:effectLst/>
                <a:uFillTx/>
                <a:latin typeface="Arial"/>
              </a:rPr>
              <a:t>Language</a:t>
            </a:r>
            <a:r>
              <a:rPr b="0" lang="en-US" sz="2000" strike="noStrike" u="none">
                <a:solidFill>
                  <a:srgbClr val="000000"/>
                </a:solidFill>
                <a:effectLst/>
                <a:uFillTx/>
                <a:latin typeface="Arial"/>
              </a:rPr>
              <a:t>. </a:t>
            </a:r>
            <a:endParaRPr b="0" lang="en-US" sz="2000" strike="noStrike" u="none">
              <a:solidFill>
                <a:srgbClr val="000000"/>
              </a:solidFill>
              <a:effectLst/>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jpe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jpe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jpe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jpe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jpe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jpe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jpe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jpeg"/>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jpeg"/>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jpeg"/>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jpeg"/>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9.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p>
            <a:fld id="{2E77BC62-BD74-4BE5-9A63-2F51CBB8A4DB}" type="slidenum">
              <a:t>&lt;#&gt;</a:t>
            </a:fld>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spTree>
      <p:nvGrpSpPr>
        <p:cNvPr id="1" name=""/>
        <p:cNvGrpSpPr/>
        <p:nvPr/>
      </p:nvGrpSpPr>
      <p:grpSpPr>
        <a:xfrm>
          <a:off x="0" y="0"/>
          <a:ext cx="0" cy="0"/>
          <a:chOff x="0" y="0"/>
          <a:chExt cx="0" cy="0"/>
        </a:xfrm>
      </p:grpSpPr>
      <p:sp>
        <p:nvSpPr>
          <p:cNvPr id="2" name="PlaceHolder 1"/>
          <p:cNvSpPr>
            <a:spLocks noGrp="1"/>
          </p:cNvSpPr>
          <p:nvPr>
            <p:ph type="sldNum" idx="2"/>
          </p:nvPr>
        </p:nvSpPr>
        <p:spPr/>
        <p:txBody>
          <a:bodyPr/>
          <a:p>
            <a:fld id="{F5AD1594-7C1F-4B02-830A-8170D9417157}" type="slidenum">
              <a:t>&lt;#&gt;</a:t>
            </a:fld>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sldNum" idx="3"/>
          </p:nvPr>
        </p:nvSpPr>
        <p:spPr/>
        <p:txBody>
          <a:bodyPr/>
          <a:p>
            <a:fld id="{FEB1C77C-7BB2-48E1-8D6E-54A2C6E7183E}" type="slidenum">
              <a:t>&lt;#&gt;</a:t>
            </a:fld>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spTree>
      <p:nvGrpSpPr>
        <p:cNvPr id="1" name=""/>
        <p:cNvGrpSpPr/>
        <p:nvPr/>
      </p:nvGrpSpPr>
      <p:grpSpPr>
        <a:xfrm>
          <a:off x="0" y="0"/>
          <a:ext cx="0" cy="0"/>
          <a:chOff x="0" y="0"/>
          <a:chExt cx="0" cy="0"/>
        </a:xfrm>
      </p:grpSpPr>
      <p:sp>
        <p:nvSpPr>
          <p:cNvPr id="6" name="PlaceHolder 1"/>
          <p:cNvSpPr>
            <a:spLocks noGrp="1"/>
          </p:cNvSpPr>
          <p:nvPr>
            <p:ph type="title"/>
          </p:nvPr>
        </p:nvSpPr>
        <p:spPr>
          <a:xfrm>
            <a:off x="311760" y="407520"/>
            <a:ext cx="8515440" cy="625320"/>
          </a:xfrm>
          <a:prstGeom prst="rect">
            <a:avLst/>
          </a:prstGeom>
          <a:noFill/>
          <a:ln w="0">
            <a:noFill/>
          </a:ln>
        </p:spPr>
        <p:txBody>
          <a:bodyPr lIns="0" rIns="0" tIns="0" bIns="0" anchor="ctr">
            <a:spAutoFit/>
          </a:bodyPr>
          <a:p>
            <a:pPr indent="0" algn="ctr">
              <a:buNone/>
            </a:pPr>
            <a:endParaRPr b="0" lang="en-US" sz="4400" strike="noStrike" u="none">
              <a:solidFill>
                <a:srgbClr val="ffffff"/>
              </a:solidFill>
              <a:effectLst/>
              <a:uFillTx/>
              <a:latin typeface="Arial"/>
            </a:endParaRPr>
          </a:p>
        </p:txBody>
      </p:sp>
      <p:sp>
        <p:nvSpPr>
          <p:cNvPr id="7" name="PlaceHolder 2"/>
          <p:cNvSpPr>
            <a:spLocks noGrp="1"/>
          </p:cNvSpPr>
          <p:nvPr>
            <p:ph type="subTitle"/>
          </p:nvPr>
        </p:nvSpPr>
        <p:spPr>
          <a:xfrm>
            <a:off x="311760" y="1152360"/>
            <a:ext cx="8515440" cy="3411360"/>
          </a:xfrm>
          <a:prstGeom prst="rect">
            <a:avLst/>
          </a:prstGeom>
          <a:noFill/>
          <a:ln w="0">
            <a:noFill/>
          </a:ln>
        </p:spPr>
        <p:txBody>
          <a:bodyPr lIns="0" rIns="0" tIns="0" bIns="0" anchor="ctr">
            <a:spAutoFit/>
          </a:bodyPr>
          <a:p>
            <a:pPr indent="0" algn="ctr">
              <a:buNone/>
            </a:pPr>
            <a:endParaRPr b="0" lang="en-US" sz="3200" strike="noStrike" u="none">
              <a:solidFill>
                <a:srgbClr val="ffffff"/>
              </a:solidFill>
              <a:effectLst/>
              <a:uFillTx/>
              <a:latin typeface="Arial"/>
            </a:endParaRPr>
          </a:p>
        </p:txBody>
      </p:sp>
      <p:sp>
        <p:nvSpPr>
          <p:cNvPr id="4" name="PlaceHolder 3"/>
          <p:cNvSpPr>
            <a:spLocks noGrp="1"/>
          </p:cNvSpPr>
          <p:nvPr>
            <p:ph type="sldNum" idx="4"/>
          </p:nvPr>
        </p:nvSpPr>
        <p:spPr/>
        <p:txBody>
          <a:bodyPr/>
          <a:p>
            <a:fld id="{516D67D1-78F6-46E6-AAC5-32A4EA34F683}" type="slidenum">
              <a:t>&lt;#&gt;</a:t>
            </a:fld>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spTree>
      <p:nvGrpSpPr>
        <p:cNvPr id="1" name=""/>
        <p:cNvGrpSpPr/>
        <p:nvPr/>
      </p:nvGrpSpPr>
      <p:grpSpPr>
        <a:xfrm>
          <a:off x="0" y="0"/>
          <a:ext cx="0" cy="0"/>
          <a:chOff x="0" y="0"/>
          <a:chExt cx="0" cy="0"/>
        </a:xfrm>
      </p:grpSpPr>
      <p:sp>
        <p:nvSpPr>
          <p:cNvPr id="2" name="PlaceHolder 1"/>
          <p:cNvSpPr>
            <a:spLocks noGrp="1"/>
          </p:cNvSpPr>
          <p:nvPr>
            <p:ph type="sldNum" idx="5"/>
          </p:nvPr>
        </p:nvSpPr>
        <p:spPr/>
        <p:txBody>
          <a:bodyPr/>
          <a:p>
            <a:fld id="{9F43D012-8E54-4F55-A938-D1C6349C3060}" type="slidenum">
              <a:t>&lt;#&gt;</a:t>
            </a:fld>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5">
    <p:bg>
      <p:bgPr>
        <a:blipFill rotWithShape="0">
          <a:blip r:embed="rId2"/>
          <a:stretch/>
        </a:blipFill>
      </p:bgPr>
    </p:bg>
    <p:spTree>
      <p:nvGrpSpPr>
        <p:cNvPr id="1" name=""/>
        <p:cNvGrpSpPr/>
        <p:nvPr/>
      </p:nvGrpSpPr>
      <p:grpSpPr>
        <a:xfrm>
          <a:off x="0" y="0"/>
          <a:ext cx="0" cy="0"/>
          <a:chOff x="0" y="0"/>
          <a:chExt cx="0" cy="0"/>
        </a:xfrm>
      </p:grpSpPr>
      <p:sp>
        <p:nvSpPr>
          <p:cNvPr id="9" name="PlaceHolder 1"/>
          <p:cNvSpPr>
            <a:spLocks noGrp="1"/>
          </p:cNvSpPr>
          <p:nvPr>
            <p:ph type="title"/>
          </p:nvPr>
        </p:nvSpPr>
        <p:spPr>
          <a:xfrm>
            <a:off x="311760" y="582840"/>
            <a:ext cx="851544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ffffff"/>
                </a:solidFill>
                <a:effectLst/>
                <a:uFillTx/>
                <a:latin typeface="Arial"/>
              </a:rPr>
              <a:t>Click to edit </a:t>
            </a:r>
            <a:r>
              <a:rPr b="0" lang="en-US" sz="1800" strike="noStrike" u="none">
                <a:solidFill>
                  <a:srgbClr val="ffffff"/>
                </a:solidFill>
                <a:effectLst/>
                <a:uFillTx/>
                <a:latin typeface="Arial"/>
              </a:rPr>
              <a:t>the title text </a:t>
            </a:r>
            <a:r>
              <a:rPr b="0" lang="en-US" sz="1800" strike="noStrike" u="none">
                <a:solidFill>
                  <a:srgbClr val="ffffff"/>
                </a:solidFill>
                <a:effectLst/>
                <a:uFillTx/>
                <a:latin typeface="Arial"/>
              </a:rPr>
              <a:t>format</a:t>
            </a:r>
            <a:endParaRPr b="0" lang="en-US" sz="1800" strike="noStrike" u="none">
              <a:solidFill>
                <a:srgbClr val="ffffff"/>
              </a:solidFill>
              <a:effectLst/>
              <a:uFillTx/>
              <a:latin typeface="Arial"/>
            </a:endParaRPr>
          </a:p>
        </p:txBody>
      </p:sp>
      <p:sp>
        <p:nvSpPr>
          <p:cNvPr id="10" name="PlaceHolder 2"/>
          <p:cNvSpPr>
            <a:spLocks noGrp="1"/>
          </p:cNvSpPr>
          <p:nvPr>
            <p:ph type="body"/>
          </p:nvPr>
        </p:nvSpPr>
        <p:spPr>
          <a:xfrm>
            <a:off x="311760" y="1152360"/>
            <a:ext cx="8515440" cy="3411360"/>
          </a:xfrm>
          <a:prstGeom prst="rect">
            <a:avLst/>
          </a:prstGeom>
          <a:noFill/>
          <a:ln w="0">
            <a:noFill/>
          </a:ln>
        </p:spPr>
        <p:txBody>
          <a:bodyPr lIns="0" rIns="0" tIns="0" bIns="0" anchor="t">
            <a:normAutofit/>
          </a:bodyPr>
          <a:p>
            <a:pPr marL="432000" indent="-324000">
              <a:lnSpc>
                <a:spcPct val="100000"/>
              </a:lnSpc>
              <a:spcBef>
                <a:spcPts val="1417"/>
              </a:spcBef>
              <a:buClr>
                <a:srgbClr val="ffffff"/>
              </a:buClr>
              <a:buSzPct val="45000"/>
              <a:buFont typeface="Wingdings" charset="2"/>
              <a:buChar char=""/>
            </a:pPr>
            <a:r>
              <a:rPr b="0" lang="en-US" sz="1800" strike="noStrike" u="none">
                <a:solidFill>
                  <a:srgbClr val="ffffff"/>
                </a:solidFill>
                <a:effectLst/>
                <a:uFillTx/>
                <a:latin typeface="Arial"/>
              </a:rPr>
              <a:t>Click to edit the outline text format</a:t>
            </a:r>
            <a:endParaRPr b="0" lang="en-US" sz="18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1800" strike="noStrike" u="none">
                <a:solidFill>
                  <a:srgbClr val="ffffff"/>
                </a:solidFill>
                <a:effectLst/>
                <a:uFillTx/>
                <a:latin typeface="Arial"/>
              </a:rPr>
              <a:t>Second Outline Level</a:t>
            </a:r>
            <a:endParaRPr b="0" lang="en-US" sz="18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en-US" sz="1800" strike="noStrike" u="none">
                <a:solidFill>
                  <a:srgbClr val="ffffff"/>
                </a:solidFill>
                <a:effectLst/>
                <a:uFillTx/>
                <a:latin typeface="Arial"/>
              </a:rPr>
              <a:t>Third Outline Level</a:t>
            </a:r>
            <a:endParaRPr b="0" lang="en-US" sz="1800" strike="noStrike" u="none">
              <a:solidFill>
                <a:srgbClr val="ffffff"/>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en-US" sz="1800" strike="noStrike" u="none">
                <a:solidFill>
                  <a:srgbClr val="ffffff"/>
                </a:solidFill>
                <a:effectLst/>
                <a:uFillTx/>
                <a:latin typeface="Arial"/>
              </a:rPr>
              <a:t>Fourth Outline Level</a:t>
            </a:r>
            <a:endParaRPr b="0" lang="en-US" sz="1800" strike="noStrike" u="none">
              <a:solidFill>
                <a:srgbClr val="ffffff"/>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en-US" sz="1800" strike="noStrike" u="none">
                <a:solidFill>
                  <a:srgbClr val="ffffff"/>
                </a:solidFill>
                <a:effectLst/>
                <a:uFillTx/>
                <a:latin typeface="Arial"/>
              </a:rPr>
              <a:t>Fifth Outline Level</a:t>
            </a:r>
            <a:endParaRPr b="0" lang="en-US" sz="1800" strike="noStrike" u="none">
              <a:solidFill>
                <a:srgbClr val="ffffff"/>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en-US" sz="1800" strike="noStrike" u="none">
                <a:solidFill>
                  <a:srgbClr val="ffffff"/>
                </a:solidFill>
                <a:effectLst/>
                <a:uFillTx/>
                <a:latin typeface="Arial"/>
              </a:rPr>
              <a:t>Sixth Outline Level</a:t>
            </a:r>
            <a:endParaRPr b="0" lang="en-US" sz="1800" strike="noStrike" u="none">
              <a:solidFill>
                <a:srgbClr val="ffffff"/>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en-US" sz="1800" strike="noStrike" u="none">
                <a:solidFill>
                  <a:srgbClr val="ffffff"/>
                </a:solidFill>
                <a:effectLst/>
                <a:uFillTx/>
                <a:latin typeface="Arial"/>
              </a:rPr>
              <a:t>Seventh Outline Level</a:t>
            </a:r>
            <a:endParaRPr b="0" lang="en-US" sz="1800" strike="noStrike" u="none">
              <a:solidFill>
                <a:srgbClr val="ffffff"/>
              </a:solidFill>
              <a:effectLst/>
              <a:uFillTx/>
              <a:latin typeface="Arial"/>
            </a:endParaRPr>
          </a:p>
        </p:txBody>
      </p:sp>
      <p:sp>
        <p:nvSpPr>
          <p:cNvPr id="11" name="PlaceHolder 3"/>
          <p:cNvSpPr>
            <a:spLocks noGrp="1"/>
          </p:cNvSpPr>
          <p:nvPr>
            <p:ph type="sldNum" idx="6"/>
          </p:nvPr>
        </p:nvSpPr>
        <p:spPr>
          <a:xfrm>
            <a:off x="8472600" y="4663080"/>
            <a:ext cx="543600" cy="38844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1000" strike="noStrike" u="none">
                <a:solidFill>
                  <a:schemeClr val="dk2"/>
                </a:solidFill>
                <a:effectLst/>
                <a:uFillTx/>
                <a:latin typeface="Arial"/>
                <a:ea typeface="Arial"/>
              </a:defRPr>
            </a:lvl1pPr>
          </a:lstStyle>
          <a:p>
            <a:pPr indent="0" algn="r">
              <a:lnSpc>
                <a:spcPct val="100000"/>
              </a:lnSpc>
              <a:buNone/>
              <a:tabLst>
                <a:tab algn="l" pos="0"/>
              </a:tabLst>
            </a:pPr>
            <a:fld id="{06C68905-6211-43DB-BE4D-D00ACC27BA37}" type="slidenum">
              <a:rPr b="0" lang="en" sz="1000" strike="noStrike" u="none">
                <a:solidFill>
                  <a:schemeClr val="dk2"/>
                </a:solidFill>
                <a:effectLst/>
                <a:uFillTx/>
                <a:latin typeface="Arial"/>
                <a:ea typeface="Arial"/>
              </a:rPr>
              <a:t>&lt;number&gt;</a:t>
            </a:fld>
            <a:endParaRPr b="0" lang="en-US" sz="1000" strike="noStrike" u="none">
              <a:solidFill>
                <a:srgbClr val="ffffff"/>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5">
    <p:bg>
      <p:bgPr>
        <a:blipFill rotWithShape="0">
          <a:blip r:embed="rId2"/>
          <a:stretch/>
        </a:blip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311760" y="582840"/>
            <a:ext cx="851544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ffffff"/>
                </a:solidFill>
                <a:effectLst/>
                <a:uFillTx/>
                <a:latin typeface="Arial"/>
              </a:rPr>
              <a:t>Click to edit </a:t>
            </a:r>
            <a:r>
              <a:rPr b="0" lang="en-US" sz="1800" strike="noStrike" u="none">
                <a:solidFill>
                  <a:srgbClr val="ffffff"/>
                </a:solidFill>
                <a:effectLst/>
                <a:uFillTx/>
                <a:latin typeface="Arial"/>
              </a:rPr>
              <a:t>the title text </a:t>
            </a:r>
            <a:r>
              <a:rPr b="0" lang="en-US" sz="1800" strike="noStrike" u="none">
                <a:solidFill>
                  <a:srgbClr val="ffffff"/>
                </a:solidFill>
                <a:effectLst/>
                <a:uFillTx/>
                <a:latin typeface="Arial"/>
              </a:rPr>
              <a:t>format</a:t>
            </a:r>
            <a:endParaRPr b="0" lang="en-US" sz="1800" strike="noStrike" u="none">
              <a:solidFill>
                <a:srgbClr val="ffffff"/>
              </a:solidFill>
              <a:effectLst/>
              <a:uFillTx/>
              <a:latin typeface="Arial"/>
            </a:endParaRPr>
          </a:p>
        </p:txBody>
      </p:sp>
      <p:sp>
        <p:nvSpPr>
          <p:cNvPr id="13" name="PlaceHolder 2"/>
          <p:cNvSpPr>
            <a:spLocks noGrp="1"/>
          </p:cNvSpPr>
          <p:nvPr>
            <p:ph type="body"/>
          </p:nvPr>
        </p:nvSpPr>
        <p:spPr>
          <a:xfrm>
            <a:off x="311760" y="1152360"/>
            <a:ext cx="8515440" cy="3411360"/>
          </a:xfrm>
          <a:prstGeom prst="rect">
            <a:avLst/>
          </a:prstGeom>
          <a:noFill/>
          <a:ln w="0">
            <a:noFill/>
          </a:ln>
        </p:spPr>
        <p:txBody>
          <a:bodyPr lIns="0" rIns="0" tIns="0" bIns="0" anchor="t">
            <a:normAutofit/>
          </a:bodyPr>
          <a:p>
            <a:pPr marL="432000" indent="-324000">
              <a:lnSpc>
                <a:spcPct val="100000"/>
              </a:lnSpc>
              <a:spcBef>
                <a:spcPts val="1417"/>
              </a:spcBef>
              <a:buClr>
                <a:srgbClr val="ffffff"/>
              </a:buClr>
              <a:buSzPct val="45000"/>
              <a:buFont typeface="Wingdings" charset="2"/>
              <a:buChar char=""/>
            </a:pPr>
            <a:r>
              <a:rPr b="0" lang="en-US" sz="1800" strike="noStrike" u="none">
                <a:solidFill>
                  <a:srgbClr val="ffffff"/>
                </a:solidFill>
                <a:effectLst/>
                <a:uFillTx/>
                <a:latin typeface="Arial"/>
              </a:rPr>
              <a:t>Click to edit the outline text format</a:t>
            </a:r>
            <a:endParaRPr b="0" lang="en-US" sz="18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1800" strike="noStrike" u="none">
                <a:solidFill>
                  <a:srgbClr val="ffffff"/>
                </a:solidFill>
                <a:effectLst/>
                <a:uFillTx/>
                <a:latin typeface="Arial"/>
              </a:rPr>
              <a:t>Second Outline Level</a:t>
            </a:r>
            <a:endParaRPr b="0" lang="en-US" sz="18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en-US" sz="1800" strike="noStrike" u="none">
                <a:solidFill>
                  <a:srgbClr val="ffffff"/>
                </a:solidFill>
                <a:effectLst/>
                <a:uFillTx/>
                <a:latin typeface="Arial"/>
              </a:rPr>
              <a:t>Third Outline Level</a:t>
            </a:r>
            <a:endParaRPr b="0" lang="en-US" sz="1800" strike="noStrike" u="none">
              <a:solidFill>
                <a:srgbClr val="ffffff"/>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en-US" sz="1800" strike="noStrike" u="none">
                <a:solidFill>
                  <a:srgbClr val="ffffff"/>
                </a:solidFill>
                <a:effectLst/>
                <a:uFillTx/>
                <a:latin typeface="Arial"/>
              </a:rPr>
              <a:t>Fourth Outline Level</a:t>
            </a:r>
            <a:endParaRPr b="0" lang="en-US" sz="1800" strike="noStrike" u="none">
              <a:solidFill>
                <a:srgbClr val="ffffff"/>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en-US" sz="1800" strike="noStrike" u="none">
                <a:solidFill>
                  <a:srgbClr val="ffffff"/>
                </a:solidFill>
                <a:effectLst/>
                <a:uFillTx/>
                <a:latin typeface="Arial"/>
              </a:rPr>
              <a:t>Fifth Outline Level</a:t>
            </a:r>
            <a:endParaRPr b="0" lang="en-US" sz="1800" strike="noStrike" u="none">
              <a:solidFill>
                <a:srgbClr val="ffffff"/>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en-US" sz="1800" strike="noStrike" u="none">
                <a:solidFill>
                  <a:srgbClr val="ffffff"/>
                </a:solidFill>
                <a:effectLst/>
                <a:uFillTx/>
                <a:latin typeface="Arial"/>
              </a:rPr>
              <a:t>Sixth Outline Level</a:t>
            </a:r>
            <a:endParaRPr b="0" lang="en-US" sz="1800" strike="noStrike" u="none">
              <a:solidFill>
                <a:srgbClr val="ffffff"/>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en-US" sz="1800" strike="noStrike" u="none">
                <a:solidFill>
                  <a:srgbClr val="ffffff"/>
                </a:solidFill>
                <a:effectLst/>
                <a:uFillTx/>
                <a:latin typeface="Arial"/>
              </a:rPr>
              <a:t>Seventh Outline Level</a:t>
            </a:r>
            <a:endParaRPr b="0" lang="en-US" sz="1800" strike="noStrike" u="none">
              <a:solidFill>
                <a:srgbClr val="ffffff"/>
              </a:solidFill>
              <a:effectLst/>
              <a:uFillTx/>
              <a:latin typeface="Arial"/>
            </a:endParaRPr>
          </a:p>
        </p:txBody>
      </p:sp>
      <p:sp>
        <p:nvSpPr>
          <p:cNvPr id="14" name="PlaceHolder 3"/>
          <p:cNvSpPr>
            <a:spLocks noGrp="1"/>
          </p:cNvSpPr>
          <p:nvPr>
            <p:ph type="sldNum" idx="7"/>
          </p:nvPr>
        </p:nvSpPr>
        <p:spPr>
          <a:xfrm>
            <a:off x="8472600" y="4663080"/>
            <a:ext cx="543600" cy="38844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1000" strike="noStrike" u="none">
                <a:solidFill>
                  <a:schemeClr val="dk2"/>
                </a:solidFill>
                <a:effectLst/>
                <a:uFillTx/>
                <a:latin typeface="Arial"/>
                <a:ea typeface="Arial"/>
              </a:defRPr>
            </a:lvl1pPr>
          </a:lstStyle>
          <a:p>
            <a:pPr indent="0" algn="r">
              <a:lnSpc>
                <a:spcPct val="100000"/>
              </a:lnSpc>
              <a:buNone/>
              <a:tabLst>
                <a:tab algn="l" pos="0"/>
              </a:tabLst>
            </a:pPr>
            <a:fld id="{2747F574-C8A7-4BDD-8658-0D575EB6914C}" type="slidenum">
              <a:rPr b="0" lang="en" sz="1000" strike="noStrike" u="none">
                <a:solidFill>
                  <a:schemeClr val="dk2"/>
                </a:solidFill>
                <a:effectLst/>
                <a:uFillTx/>
                <a:latin typeface="Arial"/>
                <a:ea typeface="Arial"/>
              </a:rPr>
              <a:t>&lt;number&gt;</a:t>
            </a:fld>
            <a:endParaRPr b="0" lang="en-US" sz="1000" strike="noStrike" u="none">
              <a:solidFill>
                <a:srgbClr val="ffffff"/>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5">
    <p:bg>
      <p:bgPr>
        <a:blipFill rotWithShape="0">
          <a:blip r:embed="rId2"/>
          <a:stretch/>
        </a:blipFill>
      </p:bgPr>
    </p:bg>
    <p:spTree>
      <p:nvGrpSpPr>
        <p:cNvPr id="1" name=""/>
        <p:cNvGrpSpPr/>
        <p:nvPr/>
      </p:nvGrpSpPr>
      <p:grpSpPr>
        <a:xfrm>
          <a:off x="0" y="0"/>
          <a:ext cx="0" cy="0"/>
          <a:chOff x="0" y="0"/>
          <a:chExt cx="0" cy="0"/>
        </a:xfrm>
      </p:grpSpPr>
      <p:sp>
        <p:nvSpPr>
          <p:cNvPr id="15" name="PlaceHolder 1"/>
          <p:cNvSpPr>
            <a:spLocks noGrp="1"/>
          </p:cNvSpPr>
          <p:nvPr>
            <p:ph type="title"/>
          </p:nvPr>
        </p:nvSpPr>
        <p:spPr>
          <a:xfrm>
            <a:off x="311760" y="582840"/>
            <a:ext cx="851544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ffffff"/>
                </a:solidFill>
                <a:effectLst/>
                <a:uFillTx/>
                <a:latin typeface="Arial"/>
              </a:rPr>
              <a:t>Click to edit </a:t>
            </a:r>
            <a:r>
              <a:rPr b="0" lang="en-US" sz="1800" strike="noStrike" u="none">
                <a:solidFill>
                  <a:srgbClr val="ffffff"/>
                </a:solidFill>
                <a:effectLst/>
                <a:uFillTx/>
                <a:latin typeface="Arial"/>
              </a:rPr>
              <a:t>the title text </a:t>
            </a:r>
            <a:r>
              <a:rPr b="0" lang="en-US" sz="1800" strike="noStrike" u="none">
                <a:solidFill>
                  <a:srgbClr val="ffffff"/>
                </a:solidFill>
                <a:effectLst/>
                <a:uFillTx/>
                <a:latin typeface="Arial"/>
              </a:rPr>
              <a:t>format</a:t>
            </a:r>
            <a:endParaRPr b="0" lang="en-US" sz="1800" strike="noStrike" u="none">
              <a:solidFill>
                <a:srgbClr val="ffffff"/>
              </a:solidFill>
              <a:effectLst/>
              <a:uFillTx/>
              <a:latin typeface="Arial"/>
            </a:endParaRPr>
          </a:p>
        </p:txBody>
      </p:sp>
      <p:sp>
        <p:nvSpPr>
          <p:cNvPr id="16" name="PlaceHolder 2"/>
          <p:cNvSpPr>
            <a:spLocks noGrp="1"/>
          </p:cNvSpPr>
          <p:nvPr>
            <p:ph type="body"/>
          </p:nvPr>
        </p:nvSpPr>
        <p:spPr>
          <a:xfrm>
            <a:off x="311760" y="1152360"/>
            <a:ext cx="8515440" cy="3411360"/>
          </a:xfrm>
          <a:prstGeom prst="rect">
            <a:avLst/>
          </a:prstGeom>
          <a:noFill/>
          <a:ln w="0">
            <a:noFill/>
          </a:ln>
        </p:spPr>
        <p:txBody>
          <a:bodyPr lIns="0" rIns="0" tIns="0" bIns="0" anchor="t">
            <a:normAutofit/>
          </a:bodyPr>
          <a:p>
            <a:pPr marL="432000" indent="-324000">
              <a:lnSpc>
                <a:spcPct val="100000"/>
              </a:lnSpc>
              <a:spcBef>
                <a:spcPts val="1417"/>
              </a:spcBef>
              <a:buClr>
                <a:srgbClr val="ffffff"/>
              </a:buClr>
              <a:buSzPct val="45000"/>
              <a:buFont typeface="Wingdings" charset="2"/>
              <a:buChar char=""/>
            </a:pPr>
            <a:r>
              <a:rPr b="0" lang="en-US" sz="1800" strike="noStrike" u="none">
                <a:solidFill>
                  <a:srgbClr val="ffffff"/>
                </a:solidFill>
                <a:effectLst/>
                <a:uFillTx/>
                <a:latin typeface="Arial"/>
              </a:rPr>
              <a:t>Click to edit the outline text format</a:t>
            </a:r>
            <a:endParaRPr b="0" lang="en-US" sz="18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1800" strike="noStrike" u="none">
                <a:solidFill>
                  <a:srgbClr val="ffffff"/>
                </a:solidFill>
                <a:effectLst/>
                <a:uFillTx/>
                <a:latin typeface="Arial"/>
              </a:rPr>
              <a:t>Second Outline Level</a:t>
            </a:r>
            <a:endParaRPr b="0" lang="en-US" sz="18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en-US" sz="1800" strike="noStrike" u="none">
                <a:solidFill>
                  <a:srgbClr val="ffffff"/>
                </a:solidFill>
                <a:effectLst/>
                <a:uFillTx/>
                <a:latin typeface="Arial"/>
              </a:rPr>
              <a:t>Third Outline Level</a:t>
            </a:r>
            <a:endParaRPr b="0" lang="en-US" sz="1800" strike="noStrike" u="none">
              <a:solidFill>
                <a:srgbClr val="ffffff"/>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en-US" sz="1800" strike="noStrike" u="none">
                <a:solidFill>
                  <a:srgbClr val="ffffff"/>
                </a:solidFill>
                <a:effectLst/>
                <a:uFillTx/>
                <a:latin typeface="Arial"/>
              </a:rPr>
              <a:t>Fourth Outline Level</a:t>
            </a:r>
            <a:endParaRPr b="0" lang="en-US" sz="1800" strike="noStrike" u="none">
              <a:solidFill>
                <a:srgbClr val="ffffff"/>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en-US" sz="1800" strike="noStrike" u="none">
                <a:solidFill>
                  <a:srgbClr val="ffffff"/>
                </a:solidFill>
                <a:effectLst/>
                <a:uFillTx/>
                <a:latin typeface="Arial"/>
              </a:rPr>
              <a:t>Fifth Outline Level</a:t>
            </a:r>
            <a:endParaRPr b="0" lang="en-US" sz="1800" strike="noStrike" u="none">
              <a:solidFill>
                <a:srgbClr val="ffffff"/>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en-US" sz="1800" strike="noStrike" u="none">
                <a:solidFill>
                  <a:srgbClr val="ffffff"/>
                </a:solidFill>
                <a:effectLst/>
                <a:uFillTx/>
                <a:latin typeface="Arial"/>
              </a:rPr>
              <a:t>Sixth Outline Level</a:t>
            </a:r>
            <a:endParaRPr b="0" lang="en-US" sz="1800" strike="noStrike" u="none">
              <a:solidFill>
                <a:srgbClr val="ffffff"/>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en-US" sz="1800" strike="noStrike" u="none">
                <a:solidFill>
                  <a:srgbClr val="ffffff"/>
                </a:solidFill>
                <a:effectLst/>
                <a:uFillTx/>
                <a:latin typeface="Arial"/>
              </a:rPr>
              <a:t>Seventh Outline Level</a:t>
            </a:r>
            <a:endParaRPr b="0" lang="en-US" sz="1800" strike="noStrike" u="none">
              <a:solidFill>
                <a:srgbClr val="ffffff"/>
              </a:solidFill>
              <a:effectLst/>
              <a:uFillTx/>
              <a:latin typeface="Arial"/>
            </a:endParaRPr>
          </a:p>
        </p:txBody>
      </p:sp>
      <p:sp>
        <p:nvSpPr>
          <p:cNvPr id="17" name="PlaceHolder 3"/>
          <p:cNvSpPr>
            <a:spLocks noGrp="1"/>
          </p:cNvSpPr>
          <p:nvPr>
            <p:ph type="sldNum" idx="8"/>
          </p:nvPr>
        </p:nvSpPr>
        <p:spPr>
          <a:xfrm>
            <a:off x="8472600" y="4663080"/>
            <a:ext cx="543600" cy="38844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1000" strike="noStrike" u="none">
                <a:solidFill>
                  <a:schemeClr val="dk2"/>
                </a:solidFill>
                <a:effectLst/>
                <a:uFillTx/>
                <a:latin typeface="Arial"/>
                <a:ea typeface="Arial"/>
              </a:defRPr>
            </a:lvl1pPr>
          </a:lstStyle>
          <a:p>
            <a:pPr indent="0" algn="r">
              <a:lnSpc>
                <a:spcPct val="100000"/>
              </a:lnSpc>
              <a:buNone/>
              <a:tabLst>
                <a:tab algn="l" pos="0"/>
              </a:tabLst>
            </a:pPr>
            <a:fld id="{71070236-1113-4BA3-8001-1CB055ABF715}" type="slidenum">
              <a:rPr b="0" lang="en" sz="1000" strike="noStrike" u="none">
                <a:solidFill>
                  <a:schemeClr val="dk2"/>
                </a:solidFill>
                <a:effectLst/>
                <a:uFillTx/>
                <a:latin typeface="Arial"/>
                <a:ea typeface="Arial"/>
              </a:rPr>
              <a:t>&lt;number&gt;</a:t>
            </a:fld>
            <a:endParaRPr b="0" lang="en-US" sz="1000" strike="noStrike" u="none">
              <a:solidFill>
                <a:srgbClr val="ffffff"/>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_AND_BODY">
    <p:bg>
      <p:bgPr>
        <a:blipFill rotWithShape="0">
          <a:blip r:embed="rId2"/>
          <a:stretch/>
        </a:blipFill>
      </p:bgPr>
    </p:bg>
    <p:spTree>
      <p:nvGrpSpPr>
        <p:cNvPr id="1" name=""/>
        <p:cNvGrpSpPr/>
        <p:nvPr/>
      </p:nvGrpSpPr>
      <p:grpSpPr>
        <a:xfrm>
          <a:off x="0" y="0"/>
          <a:ext cx="0" cy="0"/>
          <a:chOff x="0" y="0"/>
          <a:chExt cx="0" cy="0"/>
        </a:xfrm>
      </p:grpSpPr>
      <p:sp>
        <p:nvSpPr>
          <p:cNvPr id="18" name="PlaceHolder 1"/>
          <p:cNvSpPr>
            <a:spLocks noGrp="1"/>
          </p:cNvSpPr>
          <p:nvPr>
            <p:ph type="title"/>
          </p:nvPr>
        </p:nvSpPr>
        <p:spPr>
          <a:xfrm>
            <a:off x="311760" y="582840"/>
            <a:ext cx="851544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ffffff"/>
                </a:solidFill>
                <a:effectLst/>
                <a:uFillTx/>
                <a:latin typeface="Arial"/>
              </a:rPr>
              <a:t>Click to edit </a:t>
            </a:r>
            <a:r>
              <a:rPr b="0" lang="en-US" sz="1800" strike="noStrike" u="none">
                <a:solidFill>
                  <a:srgbClr val="ffffff"/>
                </a:solidFill>
                <a:effectLst/>
                <a:uFillTx/>
                <a:latin typeface="Arial"/>
              </a:rPr>
              <a:t>the title text </a:t>
            </a:r>
            <a:r>
              <a:rPr b="0" lang="en-US" sz="1800" strike="noStrike" u="none">
                <a:solidFill>
                  <a:srgbClr val="ffffff"/>
                </a:solidFill>
                <a:effectLst/>
                <a:uFillTx/>
                <a:latin typeface="Arial"/>
              </a:rPr>
              <a:t>format</a:t>
            </a:r>
            <a:endParaRPr b="0" lang="en-US" sz="1800" strike="noStrike" u="none">
              <a:solidFill>
                <a:srgbClr val="ffffff"/>
              </a:solidFill>
              <a:effectLst/>
              <a:uFillTx/>
              <a:latin typeface="Arial"/>
            </a:endParaRPr>
          </a:p>
        </p:txBody>
      </p:sp>
      <p:sp>
        <p:nvSpPr>
          <p:cNvPr id="19" name="PlaceHolder 2"/>
          <p:cNvSpPr>
            <a:spLocks noGrp="1"/>
          </p:cNvSpPr>
          <p:nvPr>
            <p:ph type="sldNum" idx="9"/>
          </p:nvPr>
        </p:nvSpPr>
        <p:spPr>
          <a:xfrm>
            <a:off x="8472600" y="4663080"/>
            <a:ext cx="543600" cy="38844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1000" strike="noStrike" u="none">
                <a:solidFill>
                  <a:schemeClr val="dk2"/>
                </a:solidFill>
                <a:effectLst/>
                <a:uFillTx/>
                <a:latin typeface="Arial"/>
                <a:ea typeface="Arial"/>
              </a:defRPr>
            </a:lvl1pPr>
          </a:lstStyle>
          <a:p>
            <a:pPr indent="0" algn="r">
              <a:lnSpc>
                <a:spcPct val="100000"/>
              </a:lnSpc>
              <a:buNone/>
              <a:tabLst>
                <a:tab algn="l" pos="0"/>
              </a:tabLst>
            </a:pPr>
            <a:fld id="{31E4AF29-3DE1-4BC8-A77E-1F3F0E1778B0}" type="slidenum">
              <a:rPr b="0" lang="en" sz="1000" strike="noStrike" u="none">
                <a:solidFill>
                  <a:schemeClr val="dk2"/>
                </a:solidFill>
                <a:effectLst/>
                <a:uFillTx/>
                <a:latin typeface="Arial"/>
                <a:ea typeface="Arial"/>
              </a:rPr>
              <a:t>&lt;number&gt;</a:t>
            </a:fld>
            <a:endParaRPr b="0" lang="en-US" sz="1000" strike="noStrike" u="none">
              <a:solidFill>
                <a:srgbClr val="ffffff"/>
              </a:solidFill>
              <a:effectLst/>
              <a:uFillTx/>
              <a:latin typeface="Times New Roman"/>
            </a:endParaRPr>
          </a:p>
        </p:txBody>
      </p:sp>
      <p:sp>
        <p:nvSpPr>
          <p:cNvPr id="20" name="PlaceHolder 3"/>
          <p:cNvSpPr>
            <a:spLocks noGrp="1"/>
          </p:cNvSpPr>
          <p:nvPr>
            <p:ph type="body"/>
          </p:nvPr>
        </p:nvSpPr>
        <p:spPr>
          <a:xfrm>
            <a:off x="457200" y="1203480"/>
            <a:ext cx="8228520" cy="2982240"/>
          </a:xfrm>
          <a:prstGeom prst="rect">
            <a:avLst/>
          </a:prstGeom>
          <a:noFill/>
          <a:ln w="0">
            <a:noFill/>
          </a:ln>
        </p:spPr>
        <p:txBody>
          <a:bodyPr lIns="0" rIns="0" tIns="0" bIns="0" anchor="t">
            <a:normAutofit/>
          </a:bodyPr>
          <a:p>
            <a:pPr marL="432000" indent="-324000">
              <a:lnSpc>
                <a:spcPct val="100000"/>
              </a:lnSpc>
              <a:spcBef>
                <a:spcPts val="1417"/>
              </a:spcBef>
              <a:buClr>
                <a:srgbClr val="ffffff"/>
              </a:buClr>
              <a:buSzPct val="45000"/>
              <a:buFont typeface="Wingdings" charset="2"/>
              <a:buChar char=""/>
            </a:pPr>
            <a:r>
              <a:rPr b="0" lang="en-US" sz="3200" strike="noStrike" u="none">
                <a:solidFill>
                  <a:srgbClr val="ffffff"/>
                </a:solidFill>
                <a:effectLst/>
                <a:uFillTx/>
                <a:latin typeface="Arial"/>
              </a:rPr>
              <a:t>Click to edit the outline text format</a:t>
            </a:r>
            <a:endParaRPr b="0" lang="en-US" sz="32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2800" strike="noStrike" u="none">
                <a:solidFill>
                  <a:srgbClr val="ffffff"/>
                </a:solidFill>
                <a:effectLst/>
                <a:uFillTx/>
                <a:latin typeface="Arial"/>
              </a:rPr>
              <a:t>Second Outline Level</a:t>
            </a:r>
            <a:endParaRPr b="0" lang="en-US" sz="28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en-US" sz="2400" strike="noStrike" u="none">
                <a:solidFill>
                  <a:srgbClr val="ffffff"/>
                </a:solidFill>
                <a:effectLst/>
                <a:uFillTx/>
                <a:latin typeface="Arial"/>
              </a:rPr>
              <a:t>Third Outline Level</a:t>
            </a:r>
            <a:endParaRPr b="0" lang="en-US" sz="2400" strike="noStrike" u="none">
              <a:solidFill>
                <a:srgbClr val="ffffff"/>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en-US" sz="2000" strike="noStrike" u="none">
                <a:solidFill>
                  <a:srgbClr val="ffffff"/>
                </a:solidFill>
                <a:effectLst/>
                <a:uFillTx/>
                <a:latin typeface="Arial"/>
              </a:rPr>
              <a:t>Fourth Outline Level</a:t>
            </a:r>
            <a:endParaRPr b="0" lang="en-US" sz="2000" strike="noStrike" u="none">
              <a:solidFill>
                <a:srgbClr val="ffffff"/>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en-US" sz="2000" strike="noStrike" u="none">
                <a:solidFill>
                  <a:srgbClr val="ffffff"/>
                </a:solidFill>
                <a:effectLst/>
                <a:uFillTx/>
                <a:latin typeface="Arial"/>
              </a:rPr>
              <a:t>Fifth Outline Level</a:t>
            </a:r>
            <a:endParaRPr b="0" lang="en-US" sz="2000" strike="noStrike" u="none">
              <a:solidFill>
                <a:srgbClr val="ffffff"/>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en-US" sz="2000" strike="noStrike" u="none">
                <a:solidFill>
                  <a:srgbClr val="ffffff"/>
                </a:solidFill>
                <a:effectLst/>
                <a:uFillTx/>
                <a:latin typeface="Arial"/>
              </a:rPr>
              <a:t>Sixth Outline Level</a:t>
            </a:r>
            <a:endParaRPr b="0" lang="en-US" sz="2000" strike="noStrike" u="none">
              <a:solidFill>
                <a:srgbClr val="ffffff"/>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en-US" sz="2000" strike="noStrike" u="none">
                <a:solidFill>
                  <a:srgbClr val="ffffff"/>
                </a:solidFill>
                <a:effectLst/>
                <a:uFillTx/>
                <a:latin typeface="Arial"/>
              </a:rPr>
              <a:t>Seventh Outline Level</a:t>
            </a:r>
            <a:endParaRPr b="0" lang="en-US" sz="2000" strike="noStrike" u="none">
              <a:solidFill>
                <a:srgbClr val="ffffff"/>
              </a:solidFill>
              <a:effectLst/>
              <a:uFillTx/>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blipFill rotWithShape="0">
          <a:blip r:embed="rId2"/>
          <a:stretch/>
        </a:blipFill>
      </p:bgPr>
    </p:bg>
    <p:spTree>
      <p:nvGrpSpPr>
        <p:cNvPr id="1" name=""/>
        <p:cNvGrpSpPr/>
        <p:nvPr/>
      </p:nvGrpSpPr>
      <p:grpSpPr>
        <a:xfrm>
          <a:off x="0" y="0"/>
          <a:ext cx="0" cy="0"/>
          <a:chOff x="0" y="0"/>
          <a:chExt cx="0" cy="0"/>
        </a:xfrm>
      </p:grpSpPr>
      <p:sp>
        <p:nvSpPr>
          <p:cNvPr id="21" name="PlaceHolder 1"/>
          <p:cNvSpPr>
            <a:spLocks noGrp="1"/>
          </p:cNvSpPr>
          <p:nvPr>
            <p:ph type="sldNum" idx="10"/>
          </p:nvPr>
        </p:nvSpPr>
        <p:spPr>
          <a:xfrm>
            <a:off x="8472600" y="4663080"/>
            <a:ext cx="543600" cy="38844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1000" strike="noStrike" u="none">
                <a:solidFill>
                  <a:schemeClr val="dk2"/>
                </a:solidFill>
                <a:effectLst/>
                <a:uFillTx/>
                <a:latin typeface="Arial"/>
                <a:ea typeface="Arial"/>
              </a:defRPr>
            </a:lvl1pPr>
          </a:lstStyle>
          <a:p>
            <a:pPr indent="0" algn="r">
              <a:lnSpc>
                <a:spcPct val="100000"/>
              </a:lnSpc>
              <a:buNone/>
              <a:tabLst>
                <a:tab algn="l" pos="0"/>
              </a:tabLst>
            </a:pPr>
            <a:fld id="{181A4173-F4DE-48E1-9456-7ED06E78AA9A}" type="slidenum">
              <a:rPr b="0" lang="en" sz="1000" strike="noStrike" u="none">
                <a:solidFill>
                  <a:schemeClr val="dk2"/>
                </a:solidFill>
                <a:effectLst/>
                <a:uFillTx/>
                <a:latin typeface="Arial"/>
                <a:ea typeface="Arial"/>
              </a:rPr>
              <a:t>&lt;number&gt;</a:t>
            </a:fld>
            <a:endParaRPr b="0" lang="en-US" sz="1000" strike="noStrike" u="none">
              <a:solidFill>
                <a:srgbClr val="ffffff"/>
              </a:solidFill>
              <a:effectLst/>
              <a:uFillTx/>
              <a:latin typeface="Times New Roman"/>
            </a:endParaRPr>
          </a:p>
        </p:txBody>
      </p:sp>
      <p:sp>
        <p:nvSpPr>
          <p:cNvPr id="22" name="PlaceHolder 2"/>
          <p:cNvSpPr>
            <a:spLocks noGrp="1"/>
          </p:cNvSpPr>
          <p:nvPr>
            <p:ph type="title"/>
          </p:nvPr>
        </p:nvSpPr>
        <p:spPr>
          <a:xfrm>
            <a:off x="457200" y="205200"/>
            <a:ext cx="8228520" cy="857880"/>
          </a:xfrm>
          <a:prstGeom prst="rect">
            <a:avLst/>
          </a:prstGeom>
          <a:noFill/>
          <a:ln w="0">
            <a:noFill/>
          </a:ln>
        </p:spPr>
        <p:txBody>
          <a:bodyPr lIns="0" rIns="0" tIns="0" bIns="0" anchor="ctr">
            <a:noAutofit/>
          </a:bodyPr>
          <a:p>
            <a:pPr indent="0" algn="ctr">
              <a:lnSpc>
                <a:spcPct val="100000"/>
              </a:lnSpc>
              <a:buNone/>
              <a:tabLst>
                <a:tab algn="l" pos="0"/>
              </a:tabLst>
            </a:pPr>
            <a:r>
              <a:rPr b="0" lang="en-US" sz="4400" strike="noStrike" u="none">
                <a:solidFill>
                  <a:srgbClr val="ffffff"/>
                </a:solidFill>
                <a:effectLst/>
                <a:uFillTx/>
                <a:latin typeface="Arial"/>
              </a:rPr>
              <a:t>Clic</a:t>
            </a:r>
            <a:r>
              <a:rPr b="0" lang="en-US" sz="4400" strike="noStrike" u="none">
                <a:solidFill>
                  <a:srgbClr val="ffffff"/>
                </a:solidFill>
                <a:effectLst/>
                <a:uFillTx/>
                <a:latin typeface="Arial"/>
              </a:rPr>
              <a:t>k to </a:t>
            </a:r>
            <a:r>
              <a:rPr b="0" lang="en-US" sz="4400" strike="noStrike" u="none">
                <a:solidFill>
                  <a:srgbClr val="ffffff"/>
                </a:solidFill>
                <a:effectLst/>
                <a:uFillTx/>
                <a:latin typeface="Arial"/>
              </a:rPr>
              <a:t>edit </a:t>
            </a:r>
            <a:r>
              <a:rPr b="0" lang="en-US" sz="4400" strike="noStrike" u="none">
                <a:solidFill>
                  <a:srgbClr val="ffffff"/>
                </a:solidFill>
                <a:effectLst/>
                <a:uFillTx/>
                <a:latin typeface="Arial"/>
              </a:rPr>
              <a:t>the </a:t>
            </a:r>
            <a:r>
              <a:rPr b="0" lang="en-US" sz="4400" strike="noStrike" u="none">
                <a:solidFill>
                  <a:srgbClr val="ffffff"/>
                </a:solidFill>
                <a:effectLst/>
                <a:uFillTx/>
                <a:latin typeface="Arial"/>
              </a:rPr>
              <a:t>title </a:t>
            </a:r>
            <a:r>
              <a:rPr b="0" lang="en-US" sz="4400" strike="noStrike" u="none">
                <a:solidFill>
                  <a:srgbClr val="ffffff"/>
                </a:solidFill>
                <a:effectLst/>
                <a:uFillTx/>
                <a:latin typeface="Arial"/>
              </a:rPr>
              <a:t>text </a:t>
            </a:r>
            <a:r>
              <a:rPr b="0" lang="en-US" sz="4400" strike="noStrike" u="none">
                <a:solidFill>
                  <a:srgbClr val="ffffff"/>
                </a:solidFill>
                <a:effectLst/>
                <a:uFillTx/>
                <a:latin typeface="Arial"/>
              </a:rPr>
              <a:t>form</a:t>
            </a:r>
            <a:r>
              <a:rPr b="0" lang="en-US" sz="4400" strike="noStrike" u="none">
                <a:solidFill>
                  <a:srgbClr val="ffffff"/>
                </a:solidFill>
                <a:effectLst/>
                <a:uFillTx/>
                <a:latin typeface="Arial"/>
              </a:rPr>
              <a:t>at</a:t>
            </a:r>
            <a:endParaRPr b="0" lang="en-US" sz="4400" strike="noStrike" u="none">
              <a:solidFill>
                <a:srgbClr val="ffffff"/>
              </a:solidFill>
              <a:effectLst/>
              <a:uFillTx/>
              <a:latin typeface="Arial"/>
            </a:endParaRPr>
          </a:p>
        </p:txBody>
      </p:sp>
      <p:sp>
        <p:nvSpPr>
          <p:cNvPr id="23" name="PlaceHolder 3"/>
          <p:cNvSpPr>
            <a:spLocks noGrp="1"/>
          </p:cNvSpPr>
          <p:nvPr>
            <p:ph type="body"/>
          </p:nvPr>
        </p:nvSpPr>
        <p:spPr>
          <a:xfrm>
            <a:off x="457200" y="1203480"/>
            <a:ext cx="8228520" cy="2982240"/>
          </a:xfrm>
          <a:prstGeom prst="rect">
            <a:avLst/>
          </a:prstGeom>
          <a:noFill/>
          <a:ln w="0">
            <a:noFill/>
          </a:ln>
        </p:spPr>
        <p:txBody>
          <a:bodyPr lIns="0" rIns="0" tIns="0" bIns="0" anchor="t">
            <a:normAutofit/>
          </a:bodyPr>
          <a:p>
            <a:pPr marL="432000" indent="-324000">
              <a:lnSpc>
                <a:spcPct val="100000"/>
              </a:lnSpc>
              <a:spcBef>
                <a:spcPts val="1417"/>
              </a:spcBef>
              <a:buClr>
                <a:srgbClr val="ffffff"/>
              </a:buClr>
              <a:buSzPct val="45000"/>
              <a:buFont typeface="Wingdings" charset="2"/>
              <a:buChar char=""/>
            </a:pPr>
            <a:r>
              <a:rPr b="0" lang="en-US" sz="3200" strike="noStrike" u="none">
                <a:solidFill>
                  <a:srgbClr val="ffffff"/>
                </a:solidFill>
                <a:effectLst/>
                <a:uFillTx/>
                <a:latin typeface="Arial"/>
              </a:rPr>
              <a:t>Click to edit the outline text format</a:t>
            </a:r>
            <a:endParaRPr b="0" lang="en-US" sz="32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2800" strike="noStrike" u="none">
                <a:solidFill>
                  <a:srgbClr val="ffffff"/>
                </a:solidFill>
                <a:effectLst/>
                <a:uFillTx/>
                <a:latin typeface="Arial"/>
              </a:rPr>
              <a:t>Second Outline Level</a:t>
            </a:r>
            <a:endParaRPr b="0" lang="en-US" sz="28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en-US" sz="2400" strike="noStrike" u="none">
                <a:solidFill>
                  <a:srgbClr val="ffffff"/>
                </a:solidFill>
                <a:effectLst/>
                <a:uFillTx/>
                <a:latin typeface="Arial"/>
              </a:rPr>
              <a:t>Third Outline Level</a:t>
            </a:r>
            <a:endParaRPr b="0" lang="en-US" sz="2400" strike="noStrike" u="none">
              <a:solidFill>
                <a:srgbClr val="ffffff"/>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en-US" sz="2000" strike="noStrike" u="none">
                <a:solidFill>
                  <a:srgbClr val="ffffff"/>
                </a:solidFill>
                <a:effectLst/>
                <a:uFillTx/>
                <a:latin typeface="Arial"/>
              </a:rPr>
              <a:t>Fourth Outline Level</a:t>
            </a:r>
            <a:endParaRPr b="0" lang="en-US" sz="2000" strike="noStrike" u="none">
              <a:solidFill>
                <a:srgbClr val="ffffff"/>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en-US" sz="2000" strike="noStrike" u="none">
                <a:solidFill>
                  <a:srgbClr val="ffffff"/>
                </a:solidFill>
                <a:effectLst/>
                <a:uFillTx/>
                <a:latin typeface="Arial"/>
              </a:rPr>
              <a:t>Fifth Outline Level</a:t>
            </a:r>
            <a:endParaRPr b="0" lang="en-US" sz="2000" strike="noStrike" u="none">
              <a:solidFill>
                <a:srgbClr val="ffffff"/>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en-US" sz="2000" strike="noStrike" u="none">
                <a:solidFill>
                  <a:srgbClr val="ffffff"/>
                </a:solidFill>
                <a:effectLst/>
                <a:uFillTx/>
                <a:latin typeface="Arial"/>
              </a:rPr>
              <a:t>Sixth Outline Level</a:t>
            </a:r>
            <a:endParaRPr b="0" lang="en-US" sz="2000" strike="noStrike" u="none">
              <a:solidFill>
                <a:srgbClr val="ffffff"/>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en-US" sz="2000" strike="noStrike" u="none">
                <a:solidFill>
                  <a:srgbClr val="ffffff"/>
                </a:solidFill>
                <a:effectLst/>
                <a:uFillTx/>
                <a:latin typeface="Arial"/>
              </a:rPr>
              <a:t>Seventh Outline Level</a:t>
            </a:r>
            <a:endParaRPr b="0" lang="en-US" sz="2000" strike="noStrike" u="none">
              <a:solidFill>
                <a:srgbClr val="ffffff"/>
              </a:solidFill>
              <a:effectLst/>
              <a:uFillTx/>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1">
    <p:bg>
      <p:bgPr>
        <a:blipFill rotWithShape="0">
          <a:blip r:embed="rId2"/>
          <a:stretch/>
        </a:blipFill>
      </p:bgPr>
    </p:bg>
    <p:spTree>
      <p:nvGrpSpPr>
        <p:cNvPr id="1" name=""/>
        <p:cNvGrpSpPr/>
        <p:nvPr/>
      </p:nvGrpSpPr>
      <p:grpSpPr>
        <a:xfrm>
          <a:off x="0" y="0"/>
          <a:ext cx="0" cy="0"/>
          <a:chOff x="0" y="0"/>
          <a:chExt cx="0" cy="0"/>
        </a:xfrm>
      </p:grpSpPr>
      <p:sp>
        <p:nvSpPr>
          <p:cNvPr id="24" name="PlaceHolder 1"/>
          <p:cNvSpPr>
            <a:spLocks noGrp="1"/>
          </p:cNvSpPr>
          <p:nvPr>
            <p:ph type="title"/>
          </p:nvPr>
        </p:nvSpPr>
        <p:spPr>
          <a:xfrm>
            <a:off x="311760" y="582840"/>
            <a:ext cx="851544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ffffff"/>
                </a:solidFill>
                <a:effectLst/>
                <a:uFillTx/>
                <a:latin typeface="Arial"/>
              </a:rPr>
              <a:t>Click to edit </a:t>
            </a:r>
            <a:r>
              <a:rPr b="0" lang="en-US" sz="1800" strike="noStrike" u="none">
                <a:solidFill>
                  <a:srgbClr val="ffffff"/>
                </a:solidFill>
                <a:effectLst/>
                <a:uFillTx/>
                <a:latin typeface="Arial"/>
              </a:rPr>
              <a:t>the title text </a:t>
            </a:r>
            <a:r>
              <a:rPr b="0" lang="en-US" sz="1800" strike="noStrike" u="none">
                <a:solidFill>
                  <a:srgbClr val="ffffff"/>
                </a:solidFill>
                <a:effectLst/>
                <a:uFillTx/>
                <a:latin typeface="Arial"/>
              </a:rPr>
              <a:t>format</a:t>
            </a:r>
            <a:endParaRPr b="0" lang="en-US" sz="1800" strike="noStrike" u="none">
              <a:solidFill>
                <a:srgbClr val="ffffff"/>
              </a:solidFill>
              <a:effectLst/>
              <a:uFillTx/>
              <a:latin typeface="Arial"/>
            </a:endParaRPr>
          </a:p>
        </p:txBody>
      </p:sp>
      <p:sp>
        <p:nvSpPr>
          <p:cNvPr id="25" name="PlaceHolder 2"/>
          <p:cNvSpPr>
            <a:spLocks noGrp="1"/>
          </p:cNvSpPr>
          <p:nvPr>
            <p:ph type="body"/>
          </p:nvPr>
        </p:nvSpPr>
        <p:spPr>
          <a:xfrm>
            <a:off x="311760" y="1152360"/>
            <a:ext cx="8515440" cy="3411360"/>
          </a:xfrm>
          <a:prstGeom prst="rect">
            <a:avLst/>
          </a:prstGeom>
          <a:noFill/>
          <a:ln w="0">
            <a:noFill/>
          </a:ln>
        </p:spPr>
        <p:txBody>
          <a:bodyPr lIns="0" rIns="0" tIns="0" bIns="0" anchor="t">
            <a:normAutofit/>
          </a:bodyPr>
          <a:p>
            <a:pPr marL="432000" indent="-324000">
              <a:lnSpc>
                <a:spcPct val="100000"/>
              </a:lnSpc>
              <a:spcBef>
                <a:spcPts val="1417"/>
              </a:spcBef>
              <a:buClr>
                <a:srgbClr val="ffffff"/>
              </a:buClr>
              <a:buSzPct val="45000"/>
              <a:buFont typeface="Wingdings" charset="2"/>
              <a:buChar char=""/>
            </a:pPr>
            <a:r>
              <a:rPr b="0" lang="en-US" sz="1800" strike="noStrike" u="none">
                <a:solidFill>
                  <a:srgbClr val="ffffff"/>
                </a:solidFill>
                <a:effectLst/>
                <a:uFillTx/>
                <a:latin typeface="Arial"/>
              </a:rPr>
              <a:t>Click to edit the outline text format</a:t>
            </a:r>
            <a:endParaRPr b="0" lang="en-US" sz="18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1800" strike="noStrike" u="none">
                <a:solidFill>
                  <a:srgbClr val="ffffff"/>
                </a:solidFill>
                <a:effectLst/>
                <a:uFillTx/>
                <a:latin typeface="Arial"/>
              </a:rPr>
              <a:t>Second Outline Level</a:t>
            </a:r>
            <a:endParaRPr b="0" lang="en-US" sz="18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en-US" sz="1800" strike="noStrike" u="none">
                <a:solidFill>
                  <a:srgbClr val="ffffff"/>
                </a:solidFill>
                <a:effectLst/>
                <a:uFillTx/>
                <a:latin typeface="Arial"/>
              </a:rPr>
              <a:t>Third Outline Level</a:t>
            </a:r>
            <a:endParaRPr b="0" lang="en-US" sz="1800" strike="noStrike" u="none">
              <a:solidFill>
                <a:srgbClr val="ffffff"/>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en-US" sz="1800" strike="noStrike" u="none">
                <a:solidFill>
                  <a:srgbClr val="ffffff"/>
                </a:solidFill>
                <a:effectLst/>
                <a:uFillTx/>
                <a:latin typeface="Arial"/>
              </a:rPr>
              <a:t>Fourth Outline Level</a:t>
            </a:r>
            <a:endParaRPr b="0" lang="en-US" sz="1800" strike="noStrike" u="none">
              <a:solidFill>
                <a:srgbClr val="ffffff"/>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en-US" sz="1800" strike="noStrike" u="none">
                <a:solidFill>
                  <a:srgbClr val="ffffff"/>
                </a:solidFill>
                <a:effectLst/>
                <a:uFillTx/>
                <a:latin typeface="Arial"/>
              </a:rPr>
              <a:t>Fifth Outline Level</a:t>
            </a:r>
            <a:endParaRPr b="0" lang="en-US" sz="1800" strike="noStrike" u="none">
              <a:solidFill>
                <a:srgbClr val="ffffff"/>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en-US" sz="1800" strike="noStrike" u="none">
                <a:solidFill>
                  <a:srgbClr val="ffffff"/>
                </a:solidFill>
                <a:effectLst/>
                <a:uFillTx/>
                <a:latin typeface="Arial"/>
              </a:rPr>
              <a:t>Sixth Outline Level</a:t>
            </a:r>
            <a:endParaRPr b="0" lang="en-US" sz="1800" strike="noStrike" u="none">
              <a:solidFill>
                <a:srgbClr val="ffffff"/>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en-US" sz="1800" strike="noStrike" u="none">
                <a:solidFill>
                  <a:srgbClr val="ffffff"/>
                </a:solidFill>
                <a:effectLst/>
                <a:uFillTx/>
                <a:latin typeface="Arial"/>
              </a:rPr>
              <a:t>Seventh Outline Level</a:t>
            </a:r>
            <a:endParaRPr b="0" lang="en-US" sz="1800" strike="noStrike" u="none">
              <a:solidFill>
                <a:srgbClr val="ffffff"/>
              </a:solidFill>
              <a:effectLst/>
              <a:uFillTx/>
              <a:latin typeface="Arial"/>
            </a:endParaRPr>
          </a:p>
        </p:txBody>
      </p:sp>
      <p:sp>
        <p:nvSpPr>
          <p:cNvPr id="26" name="PlaceHolder 3"/>
          <p:cNvSpPr>
            <a:spLocks noGrp="1"/>
          </p:cNvSpPr>
          <p:nvPr>
            <p:ph type="sldNum" idx="11"/>
          </p:nvPr>
        </p:nvSpPr>
        <p:spPr>
          <a:xfrm>
            <a:off x="8472600" y="4663080"/>
            <a:ext cx="543600" cy="38844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1000" strike="noStrike" u="none">
                <a:solidFill>
                  <a:schemeClr val="dk2"/>
                </a:solidFill>
                <a:effectLst/>
                <a:uFillTx/>
                <a:latin typeface="Arial"/>
                <a:ea typeface="Arial"/>
              </a:defRPr>
            </a:lvl1pPr>
          </a:lstStyle>
          <a:p>
            <a:pPr indent="0" algn="r">
              <a:lnSpc>
                <a:spcPct val="100000"/>
              </a:lnSpc>
              <a:buNone/>
              <a:tabLst>
                <a:tab algn="l" pos="0"/>
              </a:tabLst>
            </a:pPr>
            <a:fld id="{4E1E1C12-D75E-4B54-9151-020B3B3128D8}" type="slidenum">
              <a:rPr b="0" lang="en" sz="1000" strike="noStrike" u="none">
                <a:solidFill>
                  <a:schemeClr val="dk2"/>
                </a:solidFill>
                <a:effectLst/>
                <a:uFillTx/>
                <a:latin typeface="Arial"/>
                <a:ea typeface="Arial"/>
              </a:rPr>
              <a:t>&lt;number&gt;</a:t>
            </a:fld>
            <a:endParaRPr b="0" lang="en-US" sz="1000" strike="noStrike" u="none">
              <a:solidFill>
                <a:srgbClr val="ffffff"/>
              </a:solidFill>
              <a:effectLst/>
              <a:uFillTx/>
              <a:latin typeface="Times New Roman"/>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2">
    <p:bg>
      <p:bgPr>
        <a:blipFill rotWithShape="0">
          <a:blip r:embed="rId2"/>
          <a:stretch/>
        </a:blipFill>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311760" y="582840"/>
            <a:ext cx="851544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ffffff"/>
                </a:solidFill>
                <a:effectLst/>
                <a:uFillTx/>
                <a:latin typeface="Arial"/>
              </a:rPr>
              <a:t>Click to edit </a:t>
            </a:r>
            <a:r>
              <a:rPr b="0" lang="en-US" sz="1800" strike="noStrike" u="none">
                <a:solidFill>
                  <a:srgbClr val="ffffff"/>
                </a:solidFill>
                <a:effectLst/>
                <a:uFillTx/>
                <a:latin typeface="Arial"/>
              </a:rPr>
              <a:t>the title text </a:t>
            </a:r>
            <a:r>
              <a:rPr b="0" lang="en-US" sz="1800" strike="noStrike" u="none">
                <a:solidFill>
                  <a:srgbClr val="ffffff"/>
                </a:solidFill>
                <a:effectLst/>
                <a:uFillTx/>
                <a:latin typeface="Arial"/>
              </a:rPr>
              <a:t>format</a:t>
            </a:r>
            <a:endParaRPr b="0" lang="en-US" sz="1800" strike="noStrike" u="none">
              <a:solidFill>
                <a:srgbClr val="ffffff"/>
              </a:solidFill>
              <a:effectLst/>
              <a:uFillTx/>
              <a:latin typeface="Arial"/>
            </a:endParaRPr>
          </a:p>
        </p:txBody>
      </p:sp>
      <p:sp>
        <p:nvSpPr>
          <p:cNvPr id="28" name="PlaceHolder 2"/>
          <p:cNvSpPr>
            <a:spLocks noGrp="1"/>
          </p:cNvSpPr>
          <p:nvPr>
            <p:ph type="body"/>
          </p:nvPr>
        </p:nvSpPr>
        <p:spPr>
          <a:xfrm>
            <a:off x="311760" y="1152360"/>
            <a:ext cx="8515440" cy="3411360"/>
          </a:xfrm>
          <a:prstGeom prst="rect">
            <a:avLst/>
          </a:prstGeom>
          <a:noFill/>
          <a:ln w="0">
            <a:noFill/>
          </a:ln>
        </p:spPr>
        <p:txBody>
          <a:bodyPr lIns="0" rIns="0" tIns="0" bIns="0" anchor="t">
            <a:normAutofit/>
          </a:bodyPr>
          <a:p>
            <a:pPr marL="432000" indent="-324000">
              <a:lnSpc>
                <a:spcPct val="100000"/>
              </a:lnSpc>
              <a:spcBef>
                <a:spcPts val="1417"/>
              </a:spcBef>
              <a:buClr>
                <a:srgbClr val="ffffff"/>
              </a:buClr>
              <a:buSzPct val="45000"/>
              <a:buFont typeface="Wingdings" charset="2"/>
              <a:buChar char=""/>
            </a:pPr>
            <a:r>
              <a:rPr b="0" lang="en-US" sz="1800" strike="noStrike" u="none">
                <a:solidFill>
                  <a:srgbClr val="ffffff"/>
                </a:solidFill>
                <a:effectLst/>
                <a:uFillTx/>
                <a:latin typeface="Arial"/>
              </a:rPr>
              <a:t>Click to edit the outline text format</a:t>
            </a:r>
            <a:endParaRPr b="0" lang="en-US" sz="18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1800" strike="noStrike" u="none">
                <a:solidFill>
                  <a:srgbClr val="ffffff"/>
                </a:solidFill>
                <a:effectLst/>
                <a:uFillTx/>
                <a:latin typeface="Arial"/>
              </a:rPr>
              <a:t>Second Outline Level</a:t>
            </a:r>
            <a:endParaRPr b="0" lang="en-US" sz="18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en-US" sz="1800" strike="noStrike" u="none">
                <a:solidFill>
                  <a:srgbClr val="ffffff"/>
                </a:solidFill>
                <a:effectLst/>
                <a:uFillTx/>
                <a:latin typeface="Arial"/>
              </a:rPr>
              <a:t>Third Outline Level</a:t>
            </a:r>
            <a:endParaRPr b="0" lang="en-US" sz="1800" strike="noStrike" u="none">
              <a:solidFill>
                <a:srgbClr val="ffffff"/>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en-US" sz="1800" strike="noStrike" u="none">
                <a:solidFill>
                  <a:srgbClr val="ffffff"/>
                </a:solidFill>
                <a:effectLst/>
                <a:uFillTx/>
                <a:latin typeface="Arial"/>
              </a:rPr>
              <a:t>Fourth Outline Level</a:t>
            </a:r>
            <a:endParaRPr b="0" lang="en-US" sz="1800" strike="noStrike" u="none">
              <a:solidFill>
                <a:srgbClr val="ffffff"/>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en-US" sz="1800" strike="noStrike" u="none">
                <a:solidFill>
                  <a:srgbClr val="ffffff"/>
                </a:solidFill>
                <a:effectLst/>
                <a:uFillTx/>
                <a:latin typeface="Arial"/>
              </a:rPr>
              <a:t>Fifth Outline Level</a:t>
            </a:r>
            <a:endParaRPr b="0" lang="en-US" sz="1800" strike="noStrike" u="none">
              <a:solidFill>
                <a:srgbClr val="ffffff"/>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en-US" sz="1800" strike="noStrike" u="none">
                <a:solidFill>
                  <a:srgbClr val="ffffff"/>
                </a:solidFill>
                <a:effectLst/>
                <a:uFillTx/>
                <a:latin typeface="Arial"/>
              </a:rPr>
              <a:t>Sixth Outline Level</a:t>
            </a:r>
            <a:endParaRPr b="0" lang="en-US" sz="1800" strike="noStrike" u="none">
              <a:solidFill>
                <a:srgbClr val="ffffff"/>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en-US" sz="1800" strike="noStrike" u="none">
                <a:solidFill>
                  <a:srgbClr val="ffffff"/>
                </a:solidFill>
                <a:effectLst/>
                <a:uFillTx/>
                <a:latin typeface="Arial"/>
              </a:rPr>
              <a:t>Seventh Outline Level</a:t>
            </a:r>
            <a:endParaRPr b="0" lang="en-US" sz="1800" strike="noStrike" u="none">
              <a:solidFill>
                <a:srgbClr val="ffffff"/>
              </a:solidFill>
              <a:effectLst/>
              <a:uFillTx/>
              <a:latin typeface="Arial"/>
            </a:endParaRPr>
          </a:p>
        </p:txBody>
      </p:sp>
      <p:sp>
        <p:nvSpPr>
          <p:cNvPr id="29" name="PlaceHolder 3"/>
          <p:cNvSpPr>
            <a:spLocks noGrp="1"/>
          </p:cNvSpPr>
          <p:nvPr>
            <p:ph type="sldNum" idx="12"/>
          </p:nvPr>
        </p:nvSpPr>
        <p:spPr>
          <a:xfrm>
            <a:off x="8472600" y="4663080"/>
            <a:ext cx="543600" cy="38844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1000" strike="noStrike" u="none">
                <a:solidFill>
                  <a:schemeClr val="dk2"/>
                </a:solidFill>
                <a:effectLst/>
                <a:uFillTx/>
                <a:latin typeface="Arial"/>
                <a:ea typeface="Arial"/>
              </a:defRPr>
            </a:lvl1pPr>
          </a:lstStyle>
          <a:p>
            <a:pPr indent="0" algn="r">
              <a:lnSpc>
                <a:spcPct val="100000"/>
              </a:lnSpc>
              <a:buNone/>
              <a:tabLst>
                <a:tab algn="l" pos="0"/>
              </a:tabLst>
            </a:pPr>
            <a:fld id="{5BFD2F30-B3FB-46CD-A6D8-89A7C66C5F4B}" type="slidenum">
              <a:rPr b="0" lang="en" sz="1000" strike="noStrike" u="none">
                <a:solidFill>
                  <a:schemeClr val="dk2"/>
                </a:solidFill>
                <a:effectLst/>
                <a:uFillTx/>
                <a:latin typeface="Arial"/>
                <a:ea typeface="Arial"/>
              </a:rPr>
              <a:t>&lt;number&gt;</a:t>
            </a:fld>
            <a:endParaRPr b="0" lang="en-US" sz="1000" strike="noStrike" u="none">
              <a:solidFill>
                <a:srgbClr val="ffffff"/>
              </a:solidFill>
              <a:effectLst/>
              <a:uFillTx/>
              <a:latin typeface="Times New Roman"/>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3">
    <p:bg>
      <p:bgPr>
        <a:blipFill rotWithShape="0">
          <a:blip r:embed="rId2"/>
          <a:stretch/>
        </a:blipFill>
      </p:bgPr>
    </p:bg>
    <p:spTree>
      <p:nvGrpSpPr>
        <p:cNvPr id="1" name=""/>
        <p:cNvGrpSpPr/>
        <p:nvPr/>
      </p:nvGrpSpPr>
      <p:grpSpPr>
        <a:xfrm>
          <a:off x="0" y="0"/>
          <a:ext cx="0" cy="0"/>
          <a:chOff x="0" y="0"/>
          <a:chExt cx="0" cy="0"/>
        </a:xfrm>
      </p:grpSpPr>
      <p:sp>
        <p:nvSpPr>
          <p:cNvPr id="30" name="PlaceHolder 1"/>
          <p:cNvSpPr>
            <a:spLocks noGrp="1"/>
          </p:cNvSpPr>
          <p:nvPr>
            <p:ph type="title"/>
          </p:nvPr>
        </p:nvSpPr>
        <p:spPr>
          <a:xfrm>
            <a:off x="311760" y="582840"/>
            <a:ext cx="851544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ffffff"/>
                </a:solidFill>
                <a:effectLst/>
                <a:uFillTx/>
                <a:latin typeface="Arial"/>
              </a:rPr>
              <a:t>Click to edit </a:t>
            </a:r>
            <a:r>
              <a:rPr b="0" lang="en-US" sz="1800" strike="noStrike" u="none">
                <a:solidFill>
                  <a:srgbClr val="ffffff"/>
                </a:solidFill>
                <a:effectLst/>
                <a:uFillTx/>
                <a:latin typeface="Arial"/>
              </a:rPr>
              <a:t>the title text </a:t>
            </a:r>
            <a:r>
              <a:rPr b="0" lang="en-US" sz="1800" strike="noStrike" u="none">
                <a:solidFill>
                  <a:srgbClr val="ffffff"/>
                </a:solidFill>
                <a:effectLst/>
                <a:uFillTx/>
                <a:latin typeface="Arial"/>
              </a:rPr>
              <a:t>format</a:t>
            </a:r>
            <a:endParaRPr b="0" lang="en-US" sz="1800" strike="noStrike" u="none">
              <a:solidFill>
                <a:srgbClr val="ffffff"/>
              </a:solidFill>
              <a:effectLst/>
              <a:uFillTx/>
              <a:latin typeface="Arial"/>
            </a:endParaRPr>
          </a:p>
        </p:txBody>
      </p:sp>
      <p:sp>
        <p:nvSpPr>
          <p:cNvPr id="31" name="PlaceHolder 2"/>
          <p:cNvSpPr>
            <a:spLocks noGrp="1"/>
          </p:cNvSpPr>
          <p:nvPr>
            <p:ph type="body"/>
          </p:nvPr>
        </p:nvSpPr>
        <p:spPr>
          <a:xfrm>
            <a:off x="311760" y="1152360"/>
            <a:ext cx="8515440" cy="3411360"/>
          </a:xfrm>
          <a:prstGeom prst="rect">
            <a:avLst/>
          </a:prstGeom>
          <a:noFill/>
          <a:ln w="0">
            <a:noFill/>
          </a:ln>
        </p:spPr>
        <p:txBody>
          <a:bodyPr lIns="0" rIns="0" tIns="0" bIns="0" anchor="t">
            <a:normAutofit/>
          </a:bodyPr>
          <a:p>
            <a:pPr marL="432000" indent="-324000">
              <a:lnSpc>
                <a:spcPct val="100000"/>
              </a:lnSpc>
              <a:spcBef>
                <a:spcPts val="1417"/>
              </a:spcBef>
              <a:buClr>
                <a:srgbClr val="ffffff"/>
              </a:buClr>
              <a:buSzPct val="45000"/>
              <a:buFont typeface="Wingdings" charset="2"/>
              <a:buChar char=""/>
            </a:pPr>
            <a:r>
              <a:rPr b="0" lang="en-US" sz="1800" strike="noStrike" u="none">
                <a:solidFill>
                  <a:srgbClr val="ffffff"/>
                </a:solidFill>
                <a:effectLst/>
                <a:uFillTx/>
                <a:latin typeface="Arial"/>
              </a:rPr>
              <a:t>Click to edit the outline text format</a:t>
            </a:r>
            <a:endParaRPr b="0" lang="en-US" sz="18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1800" strike="noStrike" u="none">
                <a:solidFill>
                  <a:srgbClr val="ffffff"/>
                </a:solidFill>
                <a:effectLst/>
                <a:uFillTx/>
                <a:latin typeface="Arial"/>
              </a:rPr>
              <a:t>Second Outline Level</a:t>
            </a:r>
            <a:endParaRPr b="0" lang="en-US" sz="18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en-US" sz="1800" strike="noStrike" u="none">
                <a:solidFill>
                  <a:srgbClr val="ffffff"/>
                </a:solidFill>
                <a:effectLst/>
                <a:uFillTx/>
                <a:latin typeface="Arial"/>
              </a:rPr>
              <a:t>Third Outline Level</a:t>
            </a:r>
            <a:endParaRPr b="0" lang="en-US" sz="1800" strike="noStrike" u="none">
              <a:solidFill>
                <a:srgbClr val="ffffff"/>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en-US" sz="1800" strike="noStrike" u="none">
                <a:solidFill>
                  <a:srgbClr val="ffffff"/>
                </a:solidFill>
                <a:effectLst/>
                <a:uFillTx/>
                <a:latin typeface="Arial"/>
              </a:rPr>
              <a:t>Fourth Outline Level</a:t>
            </a:r>
            <a:endParaRPr b="0" lang="en-US" sz="1800" strike="noStrike" u="none">
              <a:solidFill>
                <a:srgbClr val="ffffff"/>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en-US" sz="1800" strike="noStrike" u="none">
                <a:solidFill>
                  <a:srgbClr val="ffffff"/>
                </a:solidFill>
                <a:effectLst/>
                <a:uFillTx/>
                <a:latin typeface="Arial"/>
              </a:rPr>
              <a:t>Fifth Outline Level</a:t>
            </a:r>
            <a:endParaRPr b="0" lang="en-US" sz="1800" strike="noStrike" u="none">
              <a:solidFill>
                <a:srgbClr val="ffffff"/>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en-US" sz="1800" strike="noStrike" u="none">
                <a:solidFill>
                  <a:srgbClr val="ffffff"/>
                </a:solidFill>
                <a:effectLst/>
                <a:uFillTx/>
                <a:latin typeface="Arial"/>
              </a:rPr>
              <a:t>Sixth Outline Level</a:t>
            </a:r>
            <a:endParaRPr b="0" lang="en-US" sz="1800" strike="noStrike" u="none">
              <a:solidFill>
                <a:srgbClr val="ffffff"/>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en-US" sz="1800" strike="noStrike" u="none">
                <a:solidFill>
                  <a:srgbClr val="ffffff"/>
                </a:solidFill>
                <a:effectLst/>
                <a:uFillTx/>
                <a:latin typeface="Arial"/>
              </a:rPr>
              <a:t>Seventh Outline Level</a:t>
            </a:r>
            <a:endParaRPr b="0" lang="en-US" sz="1800" strike="noStrike" u="none">
              <a:solidFill>
                <a:srgbClr val="ffffff"/>
              </a:solidFill>
              <a:effectLst/>
              <a:uFillTx/>
              <a:latin typeface="Arial"/>
            </a:endParaRPr>
          </a:p>
        </p:txBody>
      </p:sp>
      <p:sp>
        <p:nvSpPr>
          <p:cNvPr id="32" name="PlaceHolder 3"/>
          <p:cNvSpPr>
            <a:spLocks noGrp="1"/>
          </p:cNvSpPr>
          <p:nvPr>
            <p:ph type="sldNum" idx="13"/>
          </p:nvPr>
        </p:nvSpPr>
        <p:spPr>
          <a:xfrm>
            <a:off x="8472600" y="4663080"/>
            <a:ext cx="543600" cy="38844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1000" strike="noStrike" u="none">
                <a:solidFill>
                  <a:schemeClr val="dk2"/>
                </a:solidFill>
                <a:effectLst/>
                <a:uFillTx/>
                <a:latin typeface="Arial"/>
                <a:ea typeface="Arial"/>
              </a:defRPr>
            </a:lvl1pPr>
          </a:lstStyle>
          <a:p>
            <a:pPr indent="0" algn="r">
              <a:lnSpc>
                <a:spcPct val="100000"/>
              </a:lnSpc>
              <a:buNone/>
              <a:tabLst>
                <a:tab algn="l" pos="0"/>
              </a:tabLst>
            </a:pPr>
            <a:fld id="{3C9FB7C6-1B9F-4235-BD06-FEF9C51CB77A}" type="slidenum">
              <a:rPr b="0" lang="en" sz="1000" strike="noStrike" u="none">
                <a:solidFill>
                  <a:schemeClr val="dk2"/>
                </a:solidFill>
                <a:effectLst/>
                <a:uFillTx/>
                <a:latin typeface="Arial"/>
                <a:ea typeface="Arial"/>
              </a:rPr>
              <a:t>&lt;number&gt;</a:t>
            </a:fld>
            <a:endParaRPr b="0" lang="en-US" sz="1000" strike="noStrike" u="none">
              <a:solidFill>
                <a:srgbClr val="ffffff"/>
              </a:solidFill>
              <a:effectLst/>
              <a:uFillTx/>
              <a:latin typeface="Times New Roman"/>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
    <p:bg>
      <p:bgPr>
        <a:blipFill rotWithShape="0">
          <a:blip r:embed="rId2"/>
          <a:stretch/>
        </a:blip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311760" y="582840"/>
            <a:ext cx="851544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ffffff"/>
                </a:solidFill>
                <a:effectLst/>
                <a:uFillTx/>
                <a:latin typeface="Arial"/>
              </a:rPr>
              <a:t>Click to edit </a:t>
            </a:r>
            <a:r>
              <a:rPr b="0" lang="en-US" sz="1800" strike="noStrike" u="none">
                <a:solidFill>
                  <a:srgbClr val="ffffff"/>
                </a:solidFill>
                <a:effectLst/>
                <a:uFillTx/>
                <a:latin typeface="Arial"/>
              </a:rPr>
              <a:t>the title text </a:t>
            </a:r>
            <a:r>
              <a:rPr b="0" lang="en-US" sz="1800" strike="noStrike" u="none">
                <a:solidFill>
                  <a:srgbClr val="ffffff"/>
                </a:solidFill>
                <a:effectLst/>
                <a:uFillTx/>
                <a:latin typeface="Arial"/>
              </a:rPr>
              <a:t>format</a:t>
            </a:r>
            <a:endParaRPr b="0" lang="en-US" sz="1800" strike="noStrike" u="none">
              <a:solidFill>
                <a:srgbClr val="ffffff"/>
              </a:solidFill>
              <a:effectLst/>
              <a:uFillTx/>
              <a:latin typeface="Arial"/>
            </a:endParaRPr>
          </a:p>
        </p:txBody>
      </p:sp>
      <p:sp>
        <p:nvSpPr>
          <p:cNvPr id="34" name="PlaceHolder 2"/>
          <p:cNvSpPr>
            <a:spLocks noGrp="1"/>
          </p:cNvSpPr>
          <p:nvPr>
            <p:ph type="body"/>
          </p:nvPr>
        </p:nvSpPr>
        <p:spPr>
          <a:xfrm>
            <a:off x="311760" y="1152360"/>
            <a:ext cx="8515440" cy="3411360"/>
          </a:xfrm>
          <a:prstGeom prst="rect">
            <a:avLst/>
          </a:prstGeom>
          <a:noFill/>
          <a:ln w="0">
            <a:noFill/>
          </a:ln>
        </p:spPr>
        <p:txBody>
          <a:bodyPr lIns="0" rIns="0" tIns="0" bIns="0" anchor="t">
            <a:normAutofit/>
          </a:bodyPr>
          <a:p>
            <a:pPr marL="432000" indent="-324000">
              <a:lnSpc>
                <a:spcPct val="100000"/>
              </a:lnSpc>
              <a:spcBef>
                <a:spcPts val="1417"/>
              </a:spcBef>
              <a:buClr>
                <a:srgbClr val="ffffff"/>
              </a:buClr>
              <a:buSzPct val="45000"/>
              <a:buFont typeface="Wingdings" charset="2"/>
              <a:buChar char=""/>
            </a:pPr>
            <a:r>
              <a:rPr b="0" lang="en-US" sz="1800" strike="noStrike" u="none">
                <a:solidFill>
                  <a:srgbClr val="ffffff"/>
                </a:solidFill>
                <a:effectLst/>
                <a:uFillTx/>
                <a:latin typeface="Arial"/>
              </a:rPr>
              <a:t>Click to edit the outline text format</a:t>
            </a:r>
            <a:endParaRPr b="0" lang="en-US" sz="18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1800" strike="noStrike" u="none">
                <a:solidFill>
                  <a:srgbClr val="ffffff"/>
                </a:solidFill>
                <a:effectLst/>
                <a:uFillTx/>
                <a:latin typeface="Arial"/>
              </a:rPr>
              <a:t>Second Outline Level</a:t>
            </a:r>
            <a:endParaRPr b="0" lang="en-US" sz="18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en-US" sz="1800" strike="noStrike" u="none">
                <a:solidFill>
                  <a:srgbClr val="ffffff"/>
                </a:solidFill>
                <a:effectLst/>
                <a:uFillTx/>
                <a:latin typeface="Arial"/>
              </a:rPr>
              <a:t>Third Outline Level</a:t>
            </a:r>
            <a:endParaRPr b="0" lang="en-US" sz="1800" strike="noStrike" u="none">
              <a:solidFill>
                <a:srgbClr val="ffffff"/>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en-US" sz="1800" strike="noStrike" u="none">
                <a:solidFill>
                  <a:srgbClr val="ffffff"/>
                </a:solidFill>
                <a:effectLst/>
                <a:uFillTx/>
                <a:latin typeface="Arial"/>
              </a:rPr>
              <a:t>Fourth Outline Level</a:t>
            </a:r>
            <a:endParaRPr b="0" lang="en-US" sz="1800" strike="noStrike" u="none">
              <a:solidFill>
                <a:srgbClr val="ffffff"/>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en-US" sz="1800" strike="noStrike" u="none">
                <a:solidFill>
                  <a:srgbClr val="ffffff"/>
                </a:solidFill>
                <a:effectLst/>
                <a:uFillTx/>
                <a:latin typeface="Arial"/>
              </a:rPr>
              <a:t>Fifth Outline Level</a:t>
            </a:r>
            <a:endParaRPr b="0" lang="en-US" sz="1800" strike="noStrike" u="none">
              <a:solidFill>
                <a:srgbClr val="ffffff"/>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en-US" sz="1800" strike="noStrike" u="none">
                <a:solidFill>
                  <a:srgbClr val="ffffff"/>
                </a:solidFill>
                <a:effectLst/>
                <a:uFillTx/>
                <a:latin typeface="Arial"/>
              </a:rPr>
              <a:t>Sixth Outline Level</a:t>
            </a:r>
            <a:endParaRPr b="0" lang="en-US" sz="1800" strike="noStrike" u="none">
              <a:solidFill>
                <a:srgbClr val="ffffff"/>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en-US" sz="1800" strike="noStrike" u="none">
                <a:solidFill>
                  <a:srgbClr val="ffffff"/>
                </a:solidFill>
                <a:effectLst/>
                <a:uFillTx/>
                <a:latin typeface="Arial"/>
              </a:rPr>
              <a:t>Seventh Outline Level</a:t>
            </a:r>
            <a:endParaRPr b="0" lang="en-US" sz="1800" strike="noStrike" u="none">
              <a:solidFill>
                <a:srgbClr val="ffffff"/>
              </a:solidFill>
              <a:effectLst/>
              <a:uFillTx/>
              <a:latin typeface="Arial"/>
            </a:endParaRPr>
          </a:p>
        </p:txBody>
      </p:sp>
      <p:sp>
        <p:nvSpPr>
          <p:cNvPr id="35" name="PlaceHolder 3"/>
          <p:cNvSpPr>
            <a:spLocks noGrp="1"/>
          </p:cNvSpPr>
          <p:nvPr>
            <p:ph type="sldNum" idx="14"/>
          </p:nvPr>
        </p:nvSpPr>
        <p:spPr>
          <a:xfrm>
            <a:off x="8472600" y="4663080"/>
            <a:ext cx="543600" cy="38844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1000" strike="noStrike" u="none">
                <a:solidFill>
                  <a:schemeClr val="dk2"/>
                </a:solidFill>
                <a:effectLst/>
                <a:uFillTx/>
                <a:latin typeface="Arial"/>
                <a:ea typeface="Arial"/>
              </a:defRPr>
            </a:lvl1pPr>
          </a:lstStyle>
          <a:p>
            <a:pPr indent="0" algn="r">
              <a:lnSpc>
                <a:spcPct val="100000"/>
              </a:lnSpc>
              <a:buNone/>
              <a:tabLst>
                <a:tab algn="l" pos="0"/>
              </a:tabLst>
            </a:pPr>
            <a:fld id="{4E62C44F-69FB-4C8D-9147-4022D89C418F}" type="slidenum">
              <a:rPr b="0" lang="en" sz="1000" strike="noStrike" u="none">
                <a:solidFill>
                  <a:schemeClr val="dk2"/>
                </a:solidFill>
                <a:effectLst/>
                <a:uFillTx/>
                <a:latin typeface="Arial"/>
                <a:ea typeface="Arial"/>
              </a:rPr>
              <a:t>&lt;number&gt;</a:t>
            </a:fld>
            <a:endParaRPr b="0" lang="en-US" sz="1000" strike="noStrike" u="none">
              <a:solidFill>
                <a:srgbClr val="ffffff"/>
              </a:solidFill>
              <a:effectLst/>
              <a:uFillTx/>
              <a:latin typeface="Times New Roman"/>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6">
    <p:bg>
      <p:bgPr>
        <a:blipFill rotWithShape="0">
          <a:blip r:embed="rId2"/>
          <a:stretch/>
        </a:blipFill>
      </p:bgPr>
    </p:bg>
    <p:spTree>
      <p:nvGrpSpPr>
        <p:cNvPr id="1" name=""/>
        <p:cNvGrpSpPr/>
        <p:nvPr/>
      </p:nvGrpSpPr>
      <p:grpSpPr>
        <a:xfrm>
          <a:off x="0" y="0"/>
          <a:ext cx="0" cy="0"/>
          <a:chOff x="0" y="0"/>
          <a:chExt cx="0" cy="0"/>
        </a:xfrm>
      </p:grpSpPr>
      <p:sp>
        <p:nvSpPr>
          <p:cNvPr id="36" name="PlaceHolder 1"/>
          <p:cNvSpPr>
            <a:spLocks noGrp="1"/>
          </p:cNvSpPr>
          <p:nvPr>
            <p:ph type="title"/>
          </p:nvPr>
        </p:nvSpPr>
        <p:spPr>
          <a:xfrm>
            <a:off x="311760" y="582840"/>
            <a:ext cx="851544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ffffff"/>
                </a:solidFill>
                <a:effectLst/>
                <a:uFillTx/>
                <a:latin typeface="Arial"/>
              </a:rPr>
              <a:t>Click to edit </a:t>
            </a:r>
            <a:r>
              <a:rPr b="0" lang="en-US" sz="1800" strike="noStrike" u="none">
                <a:solidFill>
                  <a:srgbClr val="ffffff"/>
                </a:solidFill>
                <a:effectLst/>
                <a:uFillTx/>
                <a:latin typeface="Arial"/>
              </a:rPr>
              <a:t>the title text </a:t>
            </a:r>
            <a:r>
              <a:rPr b="0" lang="en-US" sz="1800" strike="noStrike" u="none">
                <a:solidFill>
                  <a:srgbClr val="ffffff"/>
                </a:solidFill>
                <a:effectLst/>
                <a:uFillTx/>
                <a:latin typeface="Arial"/>
              </a:rPr>
              <a:t>format</a:t>
            </a:r>
            <a:endParaRPr b="0" lang="en-US" sz="1800" strike="noStrike" u="none">
              <a:solidFill>
                <a:srgbClr val="ffffff"/>
              </a:solidFill>
              <a:effectLst/>
              <a:uFillTx/>
              <a:latin typeface="Arial"/>
            </a:endParaRPr>
          </a:p>
        </p:txBody>
      </p:sp>
      <p:sp>
        <p:nvSpPr>
          <p:cNvPr id="37" name="PlaceHolder 2"/>
          <p:cNvSpPr>
            <a:spLocks noGrp="1"/>
          </p:cNvSpPr>
          <p:nvPr>
            <p:ph type="body"/>
          </p:nvPr>
        </p:nvSpPr>
        <p:spPr>
          <a:xfrm>
            <a:off x="311760" y="1152360"/>
            <a:ext cx="8515440" cy="3411360"/>
          </a:xfrm>
          <a:prstGeom prst="rect">
            <a:avLst/>
          </a:prstGeom>
          <a:noFill/>
          <a:ln w="0">
            <a:noFill/>
          </a:ln>
        </p:spPr>
        <p:txBody>
          <a:bodyPr lIns="0" rIns="0" tIns="0" bIns="0" anchor="t">
            <a:normAutofit/>
          </a:bodyPr>
          <a:p>
            <a:pPr marL="432000" indent="-324000">
              <a:lnSpc>
                <a:spcPct val="100000"/>
              </a:lnSpc>
              <a:spcBef>
                <a:spcPts val="1417"/>
              </a:spcBef>
              <a:buClr>
                <a:srgbClr val="ffffff"/>
              </a:buClr>
              <a:buSzPct val="45000"/>
              <a:buFont typeface="Wingdings" charset="2"/>
              <a:buChar char=""/>
            </a:pPr>
            <a:r>
              <a:rPr b="0" lang="en-US" sz="1800" strike="noStrike" u="none">
                <a:solidFill>
                  <a:srgbClr val="ffffff"/>
                </a:solidFill>
                <a:effectLst/>
                <a:uFillTx/>
                <a:latin typeface="Arial"/>
              </a:rPr>
              <a:t>Click to edit the outline text format</a:t>
            </a:r>
            <a:endParaRPr b="0" lang="en-US" sz="18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1800" strike="noStrike" u="none">
                <a:solidFill>
                  <a:srgbClr val="ffffff"/>
                </a:solidFill>
                <a:effectLst/>
                <a:uFillTx/>
                <a:latin typeface="Arial"/>
              </a:rPr>
              <a:t>Second Outline Level</a:t>
            </a:r>
            <a:endParaRPr b="0" lang="en-US" sz="18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en-US" sz="1800" strike="noStrike" u="none">
                <a:solidFill>
                  <a:srgbClr val="ffffff"/>
                </a:solidFill>
                <a:effectLst/>
                <a:uFillTx/>
                <a:latin typeface="Arial"/>
              </a:rPr>
              <a:t>Third Outline Level</a:t>
            </a:r>
            <a:endParaRPr b="0" lang="en-US" sz="1800" strike="noStrike" u="none">
              <a:solidFill>
                <a:srgbClr val="ffffff"/>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en-US" sz="1800" strike="noStrike" u="none">
                <a:solidFill>
                  <a:srgbClr val="ffffff"/>
                </a:solidFill>
                <a:effectLst/>
                <a:uFillTx/>
                <a:latin typeface="Arial"/>
              </a:rPr>
              <a:t>Fourth Outline Level</a:t>
            </a:r>
            <a:endParaRPr b="0" lang="en-US" sz="1800" strike="noStrike" u="none">
              <a:solidFill>
                <a:srgbClr val="ffffff"/>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en-US" sz="1800" strike="noStrike" u="none">
                <a:solidFill>
                  <a:srgbClr val="ffffff"/>
                </a:solidFill>
                <a:effectLst/>
                <a:uFillTx/>
                <a:latin typeface="Arial"/>
              </a:rPr>
              <a:t>Fifth Outline Level</a:t>
            </a:r>
            <a:endParaRPr b="0" lang="en-US" sz="1800" strike="noStrike" u="none">
              <a:solidFill>
                <a:srgbClr val="ffffff"/>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en-US" sz="1800" strike="noStrike" u="none">
                <a:solidFill>
                  <a:srgbClr val="ffffff"/>
                </a:solidFill>
                <a:effectLst/>
                <a:uFillTx/>
                <a:latin typeface="Arial"/>
              </a:rPr>
              <a:t>Sixth Outline Level</a:t>
            </a:r>
            <a:endParaRPr b="0" lang="en-US" sz="1800" strike="noStrike" u="none">
              <a:solidFill>
                <a:srgbClr val="ffffff"/>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en-US" sz="1800" strike="noStrike" u="none">
                <a:solidFill>
                  <a:srgbClr val="ffffff"/>
                </a:solidFill>
                <a:effectLst/>
                <a:uFillTx/>
                <a:latin typeface="Arial"/>
              </a:rPr>
              <a:t>Seventh Outline Level</a:t>
            </a:r>
            <a:endParaRPr b="0" lang="en-US" sz="1800" strike="noStrike" u="none">
              <a:solidFill>
                <a:srgbClr val="ffffff"/>
              </a:solidFill>
              <a:effectLst/>
              <a:uFillTx/>
              <a:latin typeface="Arial"/>
            </a:endParaRPr>
          </a:p>
        </p:txBody>
      </p:sp>
      <p:sp>
        <p:nvSpPr>
          <p:cNvPr id="38" name="PlaceHolder 3"/>
          <p:cNvSpPr>
            <a:spLocks noGrp="1"/>
          </p:cNvSpPr>
          <p:nvPr>
            <p:ph type="sldNum" idx="15"/>
          </p:nvPr>
        </p:nvSpPr>
        <p:spPr>
          <a:xfrm>
            <a:off x="8472600" y="4663080"/>
            <a:ext cx="543600" cy="38844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1000" strike="noStrike" u="none">
                <a:solidFill>
                  <a:schemeClr val="dk2"/>
                </a:solidFill>
                <a:effectLst/>
                <a:uFillTx/>
                <a:latin typeface="Arial"/>
                <a:ea typeface="Arial"/>
              </a:defRPr>
            </a:lvl1pPr>
          </a:lstStyle>
          <a:p>
            <a:pPr indent="0" algn="r">
              <a:lnSpc>
                <a:spcPct val="100000"/>
              </a:lnSpc>
              <a:buNone/>
              <a:tabLst>
                <a:tab algn="l" pos="0"/>
              </a:tabLst>
            </a:pPr>
            <a:fld id="{04A70D99-4A88-463C-AF60-7B6C59C0F699}" type="slidenum">
              <a:rPr b="0" lang="en" sz="1000" strike="noStrike" u="none">
                <a:solidFill>
                  <a:schemeClr val="dk2"/>
                </a:solidFill>
                <a:effectLst/>
                <a:uFillTx/>
                <a:latin typeface="Arial"/>
                <a:ea typeface="Arial"/>
              </a:rPr>
              <a:t>&lt;number&gt;</a:t>
            </a:fld>
            <a:endParaRPr b="0" lang="en-US" sz="1000" strike="noStrike" u="none">
              <a:solidFill>
                <a:srgbClr val="ffffff"/>
              </a:solidFill>
              <a:effectLst/>
              <a:uFillTx/>
              <a:latin typeface="Times New Roman"/>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7">
    <p:bg>
      <p:bgPr>
        <a:blipFill rotWithShape="0">
          <a:blip r:embed="rId2"/>
          <a:stretch/>
        </a:blipFill>
      </p:bgPr>
    </p:bg>
    <p:spTree>
      <p:nvGrpSpPr>
        <p:cNvPr id="1" name=""/>
        <p:cNvGrpSpPr/>
        <p:nvPr/>
      </p:nvGrpSpPr>
      <p:grpSpPr>
        <a:xfrm>
          <a:off x="0" y="0"/>
          <a:ext cx="0" cy="0"/>
          <a:chOff x="0" y="0"/>
          <a:chExt cx="0" cy="0"/>
        </a:xfrm>
      </p:grpSpPr>
      <p:sp>
        <p:nvSpPr>
          <p:cNvPr id="39" name="PlaceHolder 1"/>
          <p:cNvSpPr>
            <a:spLocks noGrp="1"/>
          </p:cNvSpPr>
          <p:nvPr>
            <p:ph type="title"/>
          </p:nvPr>
        </p:nvSpPr>
        <p:spPr>
          <a:xfrm>
            <a:off x="311760" y="582840"/>
            <a:ext cx="851544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ffffff"/>
                </a:solidFill>
                <a:effectLst/>
                <a:uFillTx/>
                <a:latin typeface="Arial"/>
              </a:rPr>
              <a:t>Click to edit </a:t>
            </a:r>
            <a:r>
              <a:rPr b="0" lang="en-US" sz="1800" strike="noStrike" u="none">
                <a:solidFill>
                  <a:srgbClr val="ffffff"/>
                </a:solidFill>
                <a:effectLst/>
                <a:uFillTx/>
                <a:latin typeface="Arial"/>
              </a:rPr>
              <a:t>the title text </a:t>
            </a:r>
            <a:r>
              <a:rPr b="0" lang="en-US" sz="1800" strike="noStrike" u="none">
                <a:solidFill>
                  <a:srgbClr val="ffffff"/>
                </a:solidFill>
                <a:effectLst/>
                <a:uFillTx/>
                <a:latin typeface="Arial"/>
              </a:rPr>
              <a:t>format</a:t>
            </a:r>
            <a:endParaRPr b="0" lang="en-US" sz="1800" strike="noStrike" u="none">
              <a:solidFill>
                <a:srgbClr val="ffffff"/>
              </a:solidFill>
              <a:effectLst/>
              <a:uFillTx/>
              <a:latin typeface="Arial"/>
            </a:endParaRPr>
          </a:p>
        </p:txBody>
      </p:sp>
      <p:sp>
        <p:nvSpPr>
          <p:cNvPr id="40" name="PlaceHolder 2"/>
          <p:cNvSpPr>
            <a:spLocks noGrp="1"/>
          </p:cNvSpPr>
          <p:nvPr>
            <p:ph type="body"/>
          </p:nvPr>
        </p:nvSpPr>
        <p:spPr>
          <a:xfrm>
            <a:off x="311760" y="1152360"/>
            <a:ext cx="8515440" cy="3411360"/>
          </a:xfrm>
          <a:prstGeom prst="rect">
            <a:avLst/>
          </a:prstGeom>
          <a:noFill/>
          <a:ln w="0">
            <a:noFill/>
          </a:ln>
        </p:spPr>
        <p:txBody>
          <a:bodyPr lIns="0" rIns="0" tIns="0" bIns="0" anchor="t">
            <a:normAutofit/>
          </a:bodyPr>
          <a:p>
            <a:pPr marL="432000" indent="-324000">
              <a:lnSpc>
                <a:spcPct val="100000"/>
              </a:lnSpc>
              <a:spcBef>
                <a:spcPts val="1417"/>
              </a:spcBef>
              <a:buClr>
                <a:srgbClr val="ffffff"/>
              </a:buClr>
              <a:buSzPct val="45000"/>
              <a:buFont typeface="Wingdings" charset="2"/>
              <a:buChar char=""/>
            </a:pPr>
            <a:r>
              <a:rPr b="0" lang="en-US" sz="1800" strike="noStrike" u="none">
                <a:solidFill>
                  <a:srgbClr val="ffffff"/>
                </a:solidFill>
                <a:effectLst/>
                <a:uFillTx/>
                <a:latin typeface="Arial"/>
              </a:rPr>
              <a:t>Click to edit the outline text format</a:t>
            </a:r>
            <a:endParaRPr b="0" lang="en-US" sz="18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1800" strike="noStrike" u="none">
                <a:solidFill>
                  <a:srgbClr val="ffffff"/>
                </a:solidFill>
                <a:effectLst/>
                <a:uFillTx/>
                <a:latin typeface="Arial"/>
              </a:rPr>
              <a:t>Second Outline Level</a:t>
            </a:r>
            <a:endParaRPr b="0" lang="en-US" sz="18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en-US" sz="1800" strike="noStrike" u="none">
                <a:solidFill>
                  <a:srgbClr val="ffffff"/>
                </a:solidFill>
                <a:effectLst/>
                <a:uFillTx/>
                <a:latin typeface="Arial"/>
              </a:rPr>
              <a:t>Third Outline Level</a:t>
            </a:r>
            <a:endParaRPr b="0" lang="en-US" sz="1800" strike="noStrike" u="none">
              <a:solidFill>
                <a:srgbClr val="ffffff"/>
              </a:solidFill>
              <a:effectLst/>
              <a:uFillTx/>
              <a:latin typeface="Arial"/>
            </a:endParaRPr>
          </a:p>
          <a:p>
            <a:pPr lvl="3" marL="1728000" indent="-216000">
              <a:lnSpc>
                <a:spcPct val="100000"/>
              </a:lnSpc>
              <a:spcBef>
                <a:spcPts val="567"/>
              </a:spcBef>
              <a:buClr>
                <a:srgbClr val="ffffff"/>
              </a:buClr>
              <a:buSzPct val="75000"/>
              <a:buFont typeface="Symbol" charset="2"/>
              <a:buChar char=""/>
            </a:pPr>
            <a:r>
              <a:rPr b="0" lang="en-US" sz="1800" strike="noStrike" u="none">
                <a:solidFill>
                  <a:srgbClr val="ffffff"/>
                </a:solidFill>
                <a:effectLst/>
                <a:uFillTx/>
                <a:latin typeface="Arial"/>
              </a:rPr>
              <a:t>Fourth Outline Level</a:t>
            </a:r>
            <a:endParaRPr b="0" lang="en-US" sz="1800" strike="noStrike" u="none">
              <a:solidFill>
                <a:srgbClr val="ffffff"/>
              </a:solidFill>
              <a:effectLst/>
              <a:uFillTx/>
              <a:latin typeface="Arial"/>
            </a:endParaRPr>
          </a:p>
          <a:p>
            <a:pPr lvl="4" marL="2160000" indent="-216000">
              <a:lnSpc>
                <a:spcPct val="100000"/>
              </a:lnSpc>
              <a:spcBef>
                <a:spcPts val="283"/>
              </a:spcBef>
              <a:buClr>
                <a:srgbClr val="ffffff"/>
              </a:buClr>
              <a:buSzPct val="45000"/>
              <a:buFont typeface="Wingdings" charset="2"/>
              <a:buChar char=""/>
            </a:pPr>
            <a:r>
              <a:rPr b="0" lang="en-US" sz="1800" strike="noStrike" u="none">
                <a:solidFill>
                  <a:srgbClr val="ffffff"/>
                </a:solidFill>
                <a:effectLst/>
                <a:uFillTx/>
                <a:latin typeface="Arial"/>
              </a:rPr>
              <a:t>Fifth Outline Level</a:t>
            </a:r>
            <a:endParaRPr b="0" lang="en-US" sz="1800" strike="noStrike" u="none">
              <a:solidFill>
                <a:srgbClr val="ffffff"/>
              </a:solidFill>
              <a:effectLst/>
              <a:uFillTx/>
              <a:latin typeface="Arial"/>
            </a:endParaRPr>
          </a:p>
          <a:p>
            <a:pPr lvl="5" marL="2592000" indent="-216000">
              <a:lnSpc>
                <a:spcPct val="100000"/>
              </a:lnSpc>
              <a:spcBef>
                <a:spcPts val="283"/>
              </a:spcBef>
              <a:buClr>
                <a:srgbClr val="ffffff"/>
              </a:buClr>
              <a:buSzPct val="45000"/>
              <a:buFont typeface="Wingdings" charset="2"/>
              <a:buChar char=""/>
            </a:pPr>
            <a:r>
              <a:rPr b="0" lang="en-US" sz="1800" strike="noStrike" u="none">
                <a:solidFill>
                  <a:srgbClr val="ffffff"/>
                </a:solidFill>
                <a:effectLst/>
                <a:uFillTx/>
                <a:latin typeface="Arial"/>
              </a:rPr>
              <a:t>Sixth Outline Level</a:t>
            </a:r>
            <a:endParaRPr b="0" lang="en-US" sz="1800" strike="noStrike" u="none">
              <a:solidFill>
                <a:srgbClr val="ffffff"/>
              </a:solidFill>
              <a:effectLst/>
              <a:uFillTx/>
              <a:latin typeface="Arial"/>
            </a:endParaRPr>
          </a:p>
          <a:p>
            <a:pPr lvl="6" marL="3024000" indent="-216000">
              <a:lnSpc>
                <a:spcPct val="100000"/>
              </a:lnSpc>
              <a:spcBef>
                <a:spcPts val="283"/>
              </a:spcBef>
              <a:buClr>
                <a:srgbClr val="ffffff"/>
              </a:buClr>
              <a:buSzPct val="45000"/>
              <a:buFont typeface="Wingdings" charset="2"/>
              <a:buChar char=""/>
            </a:pPr>
            <a:r>
              <a:rPr b="0" lang="en-US" sz="1800" strike="noStrike" u="none">
                <a:solidFill>
                  <a:srgbClr val="ffffff"/>
                </a:solidFill>
                <a:effectLst/>
                <a:uFillTx/>
                <a:latin typeface="Arial"/>
              </a:rPr>
              <a:t>Seventh Outline Level</a:t>
            </a:r>
            <a:endParaRPr b="0" lang="en-US" sz="1800" strike="noStrike" u="none">
              <a:solidFill>
                <a:srgbClr val="ffffff"/>
              </a:solidFill>
              <a:effectLst/>
              <a:uFillTx/>
              <a:latin typeface="Arial"/>
            </a:endParaRPr>
          </a:p>
        </p:txBody>
      </p:sp>
      <p:sp>
        <p:nvSpPr>
          <p:cNvPr id="41" name="PlaceHolder 3"/>
          <p:cNvSpPr>
            <a:spLocks noGrp="1"/>
          </p:cNvSpPr>
          <p:nvPr>
            <p:ph type="sldNum" idx="16"/>
          </p:nvPr>
        </p:nvSpPr>
        <p:spPr>
          <a:xfrm>
            <a:off x="8472600" y="4663080"/>
            <a:ext cx="543600" cy="38844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1000" strike="noStrike" u="none">
                <a:solidFill>
                  <a:schemeClr val="dk2"/>
                </a:solidFill>
                <a:effectLst/>
                <a:uFillTx/>
                <a:latin typeface="Arial"/>
                <a:ea typeface="Arial"/>
              </a:defRPr>
            </a:lvl1pPr>
          </a:lstStyle>
          <a:p>
            <a:pPr indent="0" algn="r">
              <a:lnSpc>
                <a:spcPct val="100000"/>
              </a:lnSpc>
              <a:buNone/>
              <a:tabLst>
                <a:tab algn="l" pos="0"/>
              </a:tabLst>
            </a:pPr>
            <a:fld id="{F0DF1953-E9AD-462F-AE80-3B00F2D99836}" type="slidenum">
              <a:rPr b="0" lang="en" sz="1000" strike="noStrike" u="none">
                <a:solidFill>
                  <a:schemeClr val="dk2"/>
                </a:solidFill>
                <a:effectLst/>
                <a:uFillTx/>
                <a:latin typeface="Arial"/>
                <a:ea typeface="Arial"/>
              </a:rPr>
              <a:t>&lt;number&gt;</a:t>
            </a:fld>
            <a:endParaRPr b="0" lang="en-US" sz="1000" strike="noStrike" u="none">
              <a:solidFill>
                <a:srgbClr val="ffffff"/>
              </a:solidFill>
              <a:effectLst/>
              <a:uFillTx/>
              <a:latin typeface="Times New Roman"/>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spTree>
      <p:nvGrpSpPr>
        <p:cNvPr id="1" name=""/>
        <p:cNvGrpSpPr/>
        <p:nvPr/>
      </p:nvGrpSpPr>
      <p:grpSpPr>
        <a:xfrm>
          <a:off x="0" y="0"/>
          <a:ext cx="0" cy="0"/>
          <a:chOff x="0" y="0"/>
          <a:chExt cx="0" cy="0"/>
        </a:xfrm>
      </p:grpSpPr>
      <p:sp>
        <p:nvSpPr>
          <p:cNvPr id="46" name="PlaceHolder 1"/>
          <p:cNvSpPr>
            <a:spLocks noGrp="1"/>
          </p:cNvSpPr>
          <p:nvPr>
            <p:ph type="title"/>
          </p:nvPr>
        </p:nvSpPr>
        <p:spPr>
          <a:xfrm>
            <a:off x="311760" y="407520"/>
            <a:ext cx="8515440" cy="625320"/>
          </a:xfrm>
          <a:prstGeom prst="rect">
            <a:avLst/>
          </a:prstGeom>
          <a:noFill/>
          <a:ln w="0">
            <a:noFill/>
          </a:ln>
        </p:spPr>
        <p:txBody>
          <a:bodyPr lIns="0" rIns="0" tIns="0" bIns="0" anchor="ctr">
            <a:spAutoFit/>
          </a:bodyPr>
          <a:p>
            <a:pPr indent="0" algn="ctr">
              <a:buNone/>
            </a:pPr>
            <a:endParaRPr b="0" lang="en-US" sz="4400" strike="noStrike" u="none">
              <a:solidFill>
                <a:srgbClr val="ffffff"/>
              </a:solidFill>
              <a:effectLst/>
              <a:uFillTx/>
              <a:latin typeface="Arial"/>
            </a:endParaRPr>
          </a:p>
        </p:txBody>
      </p:sp>
      <p:sp>
        <p:nvSpPr>
          <p:cNvPr id="47" name="PlaceHolder 2"/>
          <p:cNvSpPr>
            <a:spLocks noGrp="1"/>
          </p:cNvSpPr>
          <p:nvPr>
            <p:ph/>
          </p:nvPr>
        </p:nvSpPr>
        <p:spPr>
          <a:xfrm>
            <a:off x="311760" y="1152360"/>
            <a:ext cx="4155480" cy="341136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ffffff"/>
              </a:solidFill>
              <a:effectLst/>
              <a:uFillTx/>
              <a:latin typeface="Arial"/>
            </a:endParaRPr>
          </a:p>
        </p:txBody>
      </p:sp>
      <p:sp>
        <p:nvSpPr>
          <p:cNvPr id="48" name="PlaceHolder 3"/>
          <p:cNvSpPr>
            <a:spLocks noGrp="1"/>
          </p:cNvSpPr>
          <p:nvPr>
            <p:ph/>
          </p:nvPr>
        </p:nvSpPr>
        <p:spPr>
          <a:xfrm>
            <a:off x="4675320" y="1152360"/>
            <a:ext cx="4155480" cy="341136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ffffff"/>
              </a:solidFill>
              <a:effectLst/>
              <a:uFillTx/>
              <a:latin typeface="Arial"/>
            </a:endParaRPr>
          </a:p>
        </p:txBody>
      </p:sp>
      <p:sp>
        <p:nvSpPr>
          <p:cNvPr id="5" name="PlaceHolder 4"/>
          <p:cNvSpPr>
            <a:spLocks noGrp="1"/>
          </p:cNvSpPr>
          <p:nvPr>
            <p:ph type="sldNum" idx="17"/>
          </p:nvPr>
        </p:nvSpPr>
        <p:spPr/>
        <p:txBody>
          <a:bodyPr/>
          <a:p>
            <a:fld id="{7468375B-A033-4533-9435-5AE58127D345}" type="slidenum">
              <a:t>&lt;#&gt;</a:t>
            </a:fld>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spTree>
      <p:nvGrpSpPr>
        <p:cNvPr id="1" name=""/>
        <p:cNvGrpSpPr/>
        <p:nvPr/>
      </p:nvGrpSpPr>
      <p:grpSpPr>
        <a:xfrm>
          <a:off x="0" y="0"/>
          <a:ext cx="0" cy="0"/>
          <a:chOff x="0" y="0"/>
          <a:chExt cx="0" cy="0"/>
        </a:xfrm>
      </p:grpSpPr>
      <p:sp>
        <p:nvSpPr>
          <p:cNvPr id="51" name="PlaceHolder 1"/>
          <p:cNvSpPr>
            <a:spLocks noGrp="1"/>
          </p:cNvSpPr>
          <p:nvPr>
            <p:ph type="title"/>
          </p:nvPr>
        </p:nvSpPr>
        <p:spPr>
          <a:xfrm>
            <a:off x="311760" y="407520"/>
            <a:ext cx="8515440" cy="625320"/>
          </a:xfrm>
          <a:prstGeom prst="rect">
            <a:avLst/>
          </a:prstGeom>
          <a:noFill/>
          <a:ln w="0">
            <a:noFill/>
          </a:ln>
        </p:spPr>
        <p:txBody>
          <a:bodyPr lIns="0" rIns="0" tIns="0" bIns="0" anchor="ctr">
            <a:spAutoFit/>
          </a:bodyPr>
          <a:p>
            <a:pPr indent="0" algn="ctr">
              <a:buNone/>
            </a:pPr>
            <a:endParaRPr b="0" lang="en-US" sz="4400" strike="noStrike" u="none">
              <a:solidFill>
                <a:srgbClr val="ffffff"/>
              </a:solidFill>
              <a:effectLst/>
              <a:uFillTx/>
              <a:latin typeface="Arial"/>
            </a:endParaRPr>
          </a:p>
        </p:txBody>
      </p:sp>
      <p:sp>
        <p:nvSpPr>
          <p:cNvPr id="3" name="PlaceHolder 2"/>
          <p:cNvSpPr>
            <a:spLocks noGrp="1"/>
          </p:cNvSpPr>
          <p:nvPr>
            <p:ph type="sldNum" idx="18"/>
          </p:nvPr>
        </p:nvSpPr>
        <p:spPr/>
        <p:txBody>
          <a:bodyPr/>
          <a:p>
            <a:fld id="{101A767A-220F-4057-842F-6CDBC7D78374}" type="slidenum">
              <a:t>&lt;#&gt;</a:t>
            </a:fld>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spTree>
      <p:nvGrpSpPr>
        <p:cNvPr id="1" name=""/>
        <p:cNvGrpSpPr/>
        <p:nvPr/>
      </p:nvGrpSpPr>
      <p:grpSpPr>
        <a:xfrm>
          <a:off x="0" y="0"/>
          <a:ext cx="0" cy="0"/>
          <a:chOff x="0" y="0"/>
          <a:chExt cx="0" cy="0"/>
        </a:xfrm>
      </p:grpSpPr>
      <p:sp>
        <p:nvSpPr>
          <p:cNvPr id="2" name="PlaceHolder 1"/>
          <p:cNvSpPr>
            <a:spLocks noGrp="1"/>
          </p:cNvSpPr>
          <p:nvPr>
            <p:ph type="sldNum" idx="19"/>
          </p:nvPr>
        </p:nvSpPr>
        <p:spPr/>
        <p:txBody>
          <a:bodyPr/>
          <a:p>
            <a:fld id="{14530E2E-4F19-4AE0-931B-EE7334F9B4C6}" type="slidenum">
              <a:t>&lt;#&gt;</a:t>
            </a:fld>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spTree>
      <p:nvGrpSpPr>
        <p:cNvPr id="1" name=""/>
        <p:cNvGrpSpPr/>
        <p:nvPr/>
      </p:nvGrpSpPr>
      <p:grpSpPr>
        <a:xfrm>
          <a:off x="0" y="0"/>
          <a:ext cx="0" cy="0"/>
          <a:chOff x="0" y="0"/>
          <a:chExt cx="0" cy="0"/>
        </a:xfrm>
      </p:grpSpPr>
      <p:sp>
        <p:nvSpPr>
          <p:cNvPr id="2" name="PlaceHolder 1"/>
          <p:cNvSpPr>
            <a:spLocks noGrp="1"/>
          </p:cNvSpPr>
          <p:nvPr>
            <p:ph type="sldNum" idx="20"/>
          </p:nvPr>
        </p:nvSpPr>
        <p:spPr/>
        <p:txBody>
          <a:bodyPr/>
          <a:p>
            <a:fld id="{D71431E8-03F8-4254-AA34-CE604639802B}" type="slidenum">
              <a:t>&lt;#&gt;</a:t>
            </a:fld>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spTree>
      <p:nvGrpSpPr>
        <p:cNvPr id="1" name=""/>
        <p:cNvGrpSpPr/>
        <p:nvPr/>
      </p:nvGrpSpPr>
      <p:grpSpPr>
        <a:xfrm>
          <a:off x="0" y="0"/>
          <a:ext cx="0" cy="0"/>
          <a:chOff x="0" y="0"/>
          <a:chExt cx="0" cy="0"/>
        </a:xfrm>
      </p:grpSpPr>
      <p:sp>
        <p:nvSpPr>
          <p:cNvPr id="2" name="PlaceHolder 1"/>
          <p:cNvSpPr>
            <a:spLocks noGrp="1"/>
          </p:cNvSpPr>
          <p:nvPr>
            <p:ph type="sldNum" idx="21"/>
          </p:nvPr>
        </p:nvSpPr>
        <p:spPr/>
        <p:txBody>
          <a:bodyPr/>
          <a:p>
            <a:fld id="{913EA7E0-70C1-4988-AB60-45D6A90FC9ED}"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jpeg"/><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jpeg"/><Relationship Id="rId3"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jpeg"/><Relationship Id="rId3"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jpeg"/><Relationship Id="rId3"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Relationship Id="rId3" Type="http://schemas.openxmlformats.org/officeDocument/2006/relationships/slideLayout" Target="../slideLayouts/slideLayout7.xml"/><Relationship Id="rId4" Type="http://schemas.openxmlformats.org/officeDocument/2006/relationships/slideLayout" Target="../slideLayouts/slideLayout8.xml"/><Relationship Id="rId5" Type="http://schemas.openxmlformats.org/officeDocument/2006/relationships/slideLayout" Target="../slideLayouts/slideLayout9.xml"/><Relationship Id="rId6" Type="http://schemas.openxmlformats.org/officeDocument/2006/relationships/slideLayout" Target="../slideLayouts/slideLayout10.xml"/><Relationship Id="rId7" Type="http://schemas.openxmlformats.org/officeDocument/2006/relationships/slideLayout" Target="../slideLayouts/slideLayout11.xml"/><Relationship Id="rId8" Type="http://schemas.openxmlformats.org/officeDocument/2006/relationships/slideLayout" Target="../slideLayouts/slideLayout12.xml"/><Relationship Id="rId9" Type="http://schemas.openxmlformats.org/officeDocument/2006/relationships/slideLayout" Target="../slideLayouts/slideLayout13.xml"/><Relationship Id="rId10" Type="http://schemas.openxmlformats.org/officeDocument/2006/relationships/slideLayout" Target="../slideLayouts/slideLayout14.xml"/><Relationship Id="rId11" Type="http://schemas.openxmlformats.org/officeDocument/2006/relationships/slideLayout" Target="../slideLayouts/slideLayout15.xml"/><Relationship Id="rId12" Type="http://schemas.openxmlformats.org/officeDocument/2006/relationships/slideLayout" Target="../slideLayouts/slideLayout16.xml"/>
</Relationships>
</file>

<file path=ppt/slideMasters/_rels/slideMaster15.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1.jpeg"/><Relationship Id="rId3" Type="http://schemas.openxmlformats.org/officeDocument/2006/relationships/slideLayout" Target="../slideLayouts/slideLayout17.xml"/>
</Relationships>
</file>

<file path=ppt/slideMasters/_rels/slideMaster16.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1.jpeg"/><Relationship Id="rId3" Type="http://schemas.openxmlformats.org/officeDocument/2006/relationships/slideLayout" Target="../slideLayouts/slideLayout18.xml"/>
</Relationships>
</file>

<file path=ppt/slideMasters/_rels/slideMaster17.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1.jpeg"/><Relationship Id="rId3" Type="http://schemas.openxmlformats.org/officeDocument/2006/relationships/slideLayout" Target="../slideLayouts/slideLayout19.xml"/>
</Relationships>
</file>

<file path=ppt/slideMasters/_rels/slideMaster18.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1.jpeg"/><Relationship Id="rId3" Type="http://schemas.openxmlformats.org/officeDocument/2006/relationships/slideLayout" Target="../slideLayouts/slideLayout20.xml"/>
</Relationships>
</file>

<file path=ppt/slideMasters/_rels/slideMaster19.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1.jpeg"/><Relationship Id="rId3" Type="http://schemas.openxmlformats.org/officeDocument/2006/relationships/slideLayout" Target="../slideLayouts/slideLayout2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0" name="PlaceHolder 1"/>
          <p:cNvSpPr>
            <a:spLocks noGrp="1"/>
          </p:cNvSpPr>
          <p:nvPr>
            <p:ph type="sldNum" idx="1"/>
          </p:nvPr>
        </p:nvSpPr>
        <p:spPr>
          <a:xfrm>
            <a:off x="8472600" y="4663080"/>
            <a:ext cx="543600" cy="38844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1000" strike="noStrike" u="none">
                <a:solidFill>
                  <a:schemeClr val="dk2"/>
                </a:solidFill>
                <a:effectLst/>
                <a:uFillTx/>
                <a:latin typeface="Arial"/>
                <a:ea typeface="Arial"/>
              </a:defRPr>
            </a:lvl1pPr>
          </a:lstStyle>
          <a:p>
            <a:pPr indent="0" algn="r">
              <a:lnSpc>
                <a:spcPct val="100000"/>
              </a:lnSpc>
              <a:buNone/>
              <a:tabLst>
                <a:tab algn="l" pos="0"/>
              </a:tabLst>
            </a:pPr>
            <a:fld id="{58B8A0F7-EF85-4583-A21F-E996DE82AA24}" type="slidenum">
              <a:rPr b="0" lang="en" sz="1000" strike="noStrike" u="none">
                <a:solidFill>
                  <a:schemeClr val="dk2"/>
                </a:solidFill>
                <a:effectLst/>
                <a:uFillTx/>
                <a:latin typeface="Arial"/>
                <a:ea typeface="Arial"/>
              </a:rPr>
              <a:t>24</a:t>
            </a:fld>
            <a:endParaRPr b="0" lang="en-US" sz="1000" strike="noStrike" u="none">
              <a:solidFill>
                <a:srgbClr val="ffffff"/>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49"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1" name="PlaceHolder 1"/>
          <p:cNvSpPr>
            <a:spLocks noGrp="1"/>
          </p:cNvSpPr>
          <p:nvPr>
            <p:ph type="sldNum" idx="2"/>
          </p:nvPr>
        </p:nvSpPr>
        <p:spPr>
          <a:xfrm>
            <a:off x="8472600" y="4663080"/>
            <a:ext cx="543600" cy="38844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1000" strike="noStrike" u="none">
                <a:solidFill>
                  <a:schemeClr val="dk2"/>
                </a:solidFill>
                <a:effectLst/>
                <a:uFillTx/>
                <a:latin typeface="Arial"/>
                <a:ea typeface="Arial"/>
              </a:defRPr>
            </a:lvl1pPr>
          </a:lstStyle>
          <a:p>
            <a:pPr indent="0" algn="r">
              <a:lnSpc>
                <a:spcPct val="100000"/>
              </a:lnSpc>
              <a:buNone/>
              <a:tabLst>
                <a:tab algn="l" pos="0"/>
              </a:tabLst>
            </a:pPr>
            <a:fld id="{38C1C6A3-F222-46BA-9BB8-98C410D931E6}" type="slidenum">
              <a:rPr b="0" lang="en" sz="1000" strike="noStrike" u="none">
                <a:solidFill>
                  <a:schemeClr val="dk2"/>
                </a:solidFill>
                <a:effectLst/>
                <a:uFillTx/>
                <a:latin typeface="Arial"/>
                <a:ea typeface="Arial"/>
              </a:rPr>
              <a:t>1</a:t>
            </a:fld>
            <a:endParaRPr b="0" lang="en-US" sz="1000" strike="noStrike" u="none">
              <a:solidFill>
                <a:srgbClr val="ffffff"/>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1"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2" name="PlaceHolder 1"/>
          <p:cNvSpPr>
            <a:spLocks noGrp="1"/>
          </p:cNvSpPr>
          <p:nvPr>
            <p:ph type="sldNum" idx="3"/>
          </p:nvPr>
        </p:nvSpPr>
        <p:spPr>
          <a:xfrm>
            <a:off x="8472600" y="4663080"/>
            <a:ext cx="543600" cy="38844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1000" strike="noStrike" u="none">
                <a:solidFill>
                  <a:schemeClr val="dk2"/>
                </a:solidFill>
                <a:effectLst/>
                <a:uFillTx/>
                <a:latin typeface="Arial"/>
                <a:ea typeface="Arial"/>
              </a:defRPr>
            </a:lvl1pPr>
          </a:lstStyle>
          <a:p>
            <a:pPr indent="0" algn="r">
              <a:lnSpc>
                <a:spcPct val="100000"/>
              </a:lnSpc>
              <a:buNone/>
              <a:tabLst>
                <a:tab algn="l" pos="0"/>
              </a:tabLst>
            </a:pPr>
            <a:fld id="{629740A2-92D7-4557-BB54-C42405D64A42}" type="slidenum">
              <a:rPr b="0" lang="en" sz="1000" strike="noStrike" u="none">
                <a:solidFill>
                  <a:schemeClr val="dk2"/>
                </a:solidFill>
                <a:effectLst/>
                <a:uFillTx/>
                <a:latin typeface="Arial"/>
                <a:ea typeface="Arial"/>
              </a:rPr>
              <a:t>1</a:t>
            </a:fld>
            <a:endParaRPr b="0" lang="en-US" sz="1000" strike="noStrike" u="none">
              <a:solidFill>
                <a:srgbClr val="ffffff"/>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3" r:id="rId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3" name="PlaceHolder 1"/>
          <p:cNvSpPr>
            <a:spLocks noGrp="1"/>
          </p:cNvSpPr>
          <p:nvPr>
            <p:ph type="title"/>
          </p:nvPr>
        </p:nvSpPr>
        <p:spPr>
          <a:xfrm>
            <a:off x="311760" y="582480"/>
            <a:ext cx="8515440" cy="274680"/>
          </a:xfrm>
          <a:prstGeom prst="rect">
            <a:avLst/>
          </a:prstGeom>
          <a:noFill/>
          <a:ln w="0">
            <a:noFill/>
          </a:ln>
        </p:spPr>
        <p:txBody>
          <a:bodyPr lIns="0" rIns="0" tIns="0" bIns="0" anchor="ctr">
            <a:spAutoFit/>
          </a:bodyPr>
          <a:p>
            <a:pPr indent="0">
              <a:buNone/>
            </a:pPr>
            <a:r>
              <a:rPr b="0" lang="en-US" sz="1800" strike="noStrike" u="none">
                <a:solidFill>
                  <a:srgbClr val="ffffff"/>
                </a:solidFill>
                <a:effectLst/>
                <a:uFillTx/>
                <a:latin typeface="Arial"/>
              </a:rPr>
              <a:t>Click to edit </a:t>
            </a:r>
            <a:r>
              <a:rPr b="0" lang="en-US" sz="1800" strike="noStrike" u="none">
                <a:solidFill>
                  <a:srgbClr val="ffffff"/>
                </a:solidFill>
                <a:effectLst/>
                <a:uFillTx/>
                <a:latin typeface="Arial"/>
              </a:rPr>
              <a:t>the title text </a:t>
            </a:r>
            <a:r>
              <a:rPr b="0" lang="en-US" sz="1800" strike="noStrike" u="none">
                <a:solidFill>
                  <a:srgbClr val="ffffff"/>
                </a:solidFill>
                <a:effectLst/>
                <a:uFillTx/>
                <a:latin typeface="Arial"/>
              </a:rPr>
              <a:t>format</a:t>
            </a:r>
            <a:endParaRPr b="0" lang="en-US" sz="1800" strike="noStrike" u="none">
              <a:solidFill>
                <a:srgbClr val="ffffff"/>
              </a:solidFill>
              <a:effectLst/>
              <a:uFillTx/>
              <a:latin typeface="Arial"/>
            </a:endParaRPr>
          </a:p>
        </p:txBody>
      </p:sp>
      <p:sp>
        <p:nvSpPr>
          <p:cNvPr id="4" name="PlaceHolder 2"/>
          <p:cNvSpPr>
            <a:spLocks noGrp="1"/>
          </p:cNvSpPr>
          <p:nvPr>
            <p:ph type="sldNum" idx="4"/>
          </p:nvPr>
        </p:nvSpPr>
        <p:spPr>
          <a:xfrm>
            <a:off x="8472600" y="4663080"/>
            <a:ext cx="543600" cy="38844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1000" strike="noStrike" u="none">
                <a:solidFill>
                  <a:schemeClr val="dk2"/>
                </a:solidFill>
                <a:effectLst/>
                <a:uFillTx/>
                <a:latin typeface="Arial"/>
                <a:ea typeface="Arial"/>
              </a:defRPr>
            </a:lvl1pPr>
          </a:lstStyle>
          <a:p>
            <a:pPr indent="0" algn="r">
              <a:lnSpc>
                <a:spcPct val="100000"/>
              </a:lnSpc>
              <a:buNone/>
              <a:tabLst>
                <a:tab algn="l" pos="0"/>
              </a:tabLst>
            </a:pPr>
            <a:fld id="{72B102D9-097C-4DC4-8DAF-D12F7C917982}" type="slidenum">
              <a:rPr b="0" lang="en" sz="1000" strike="noStrike" u="none">
                <a:solidFill>
                  <a:schemeClr val="dk2"/>
                </a:solidFill>
                <a:effectLst/>
                <a:uFillTx/>
                <a:latin typeface="Arial"/>
                <a:ea typeface="Arial"/>
              </a:rPr>
              <a:t>1</a:t>
            </a:fld>
            <a:endParaRPr b="0" lang="en-US" sz="1000" strike="noStrike" u="none">
              <a:solidFill>
                <a:srgbClr val="ffffff"/>
              </a:solidFill>
              <a:effectLst/>
              <a:uFillTx/>
              <a:latin typeface="Times New Roman"/>
            </a:endParaRPr>
          </a:p>
        </p:txBody>
      </p:sp>
      <p:sp>
        <p:nvSpPr>
          <p:cNvPr id="5"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3200" strike="noStrike" u="none">
                <a:solidFill>
                  <a:srgbClr val="ffffff"/>
                </a:solidFill>
                <a:effectLst/>
                <a:uFillTx/>
                <a:latin typeface="Arial"/>
              </a:rPr>
              <a:t>Click to edit the outline text format</a:t>
            </a:r>
            <a:endParaRPr b="0" lang="en-US" sz="3200" strike="noStrike" u="none">
              <a:solidFill>
                <a:srgbClr val="ffffff"/>
              </a:solidFill>
              <a:effectLst/>
              <a:uFillTx/>
              <a:latin typeface="Arial"/>
            </a:endParaRPr>
          </a:p>
          <a:p>
            <a:pPr lvl="1" marL="864000" indent="-324000">
              <a:spcBef>
                <a:spcPts val="1134"/>
              </a:spcBef>
              <a:buClr>
                <a:srgbClr val="ffffff"/>
              </a:buClr>
              <a:buSzPct val="75000"/>
              <a:buFont typeface="Symbol" charset="2"/>
              <a:buChar char=""/>
            </a:pPr>
            <a:r>
              <a:rPr b="0" lang="en-US" sz="2800" strike="noStrike" u="none">
                <a:solidFill>
                  <a:srgbClr val="ffffff"/>
                </a:solidFill>
                <a:effectLst/>
                <a:uFillTx/>
                <a:latin typeface="Arial"/>
              </a:rPr>
              <a:t>Second Outline Level</a:t>
            </a:r>
            <a:endParaRPr b="0" lang="en-US" sz="2800" strike="noStrike" u="none">
              <a:solidFill>
                <a:srgbClr val="ffffff"/>
              </a:solidFill>
              <a:effectLst/>
              <a:uFillTx/>
              <a:latin typeface="Arial"/>
            </a:endParaRPr>
          </a:p>
          <a:p>
            <a:pPr lvl="2" marL="1296000" indent="-288000">
              <a:spcBef>
                <a:spcPts val="850"/>
              </a:spcBef>
              <a:buClr>
                <a:srgbClr val="ffffff"/>
              </a:buClr>
              <a:buSzPct val="45000"/>
              <a:buFont typeface="Wingdings" charset="2"/>
              <a:buChar char=""/>
            </a:pPr>
            <a:r>
              <a:rPr b="0" lang="en-US" sz="2400" strike="noStrike" u="none">
                <a:solidFill>
                  <a:srgbClr val="ffffff"/>
                </a:solidFill>
                <a:effectLst/>
                <a:uFillTx/>
                <a:latin typeface="Arial"/>
              </a:rPr>
              <a:t>Third Outline Level</a:t>
            </a:r>
            <a:endParaRPr b="0" lang="en-US" sz="2400" strike="noStrike" u="none">
              <a:solidFill>
                <a:srgbClr val="ffffff"/>
              </a:solidFill>
              <a:effectLst/>
              <a:uFillTx/>
              <a:latin typeface="Arial"/>
            </a:endParaRPr>
          </a:p>
          <a:p>
            <a:pPr lvl="3" marL="1728000" indent="-216000">
              <a:spcBef>
                <a:spcPts val="567"/>
              </a:spcBef>
              <a:buClr>
                <a:srgbClr val="ffffff"/>
              </a:buClr>
              <a:buSzPct val="75000"/>
              <a:buFont typeface="Symbol" charset="2"/>
              <a:buChar char=""/>
            </a:pPr>
            <a:r>
              <a:rPr b="0" lang="en-US" sz="2000" strike="noStrike" u="none">
                <a:solidFill>
                  <a:srgbClr val="ffffff"/>
                </a:solidFill>
                <a:effectLst/>
                <a:uFillTx/>
                <a:latin typeface="Arial"/>
              </a:rPr>
              <a:t>Fourth Outline Level</a:t>
            </a:r>
            <a:endParaRPr b="0" lang="en-US" sz="2000" strike="noStrike" u="none">
              <a:solidFill>
                <a:srgbClr val="ffffff"/>
              </a:solidFill>
              <a:effectLst/>
              <a:uFillTx/>
              <a:latin typeface="Arial"/>
            </a:endParaRPr>
          </a:p>
          <a:p>
            <a:pPr lvl="4" marL="2160000" indent="-216000">
              <a:spcBef>
                <a:spcPts val="283"/>
              </a:spcBef>
              <a:buClr>
                <a:srgbClr val="ffffff"/>
              </a:buClr>
              <a:buSzPct val="45000"/>
              <a:buFont typeface="Wingdings" charset="2"/>
              <a:buChar char=""/>
            </a:pPr>
            <a:r>
              <a:rPr b="0" lang="en-US" sz="2000" strike="noStrike" u="none">
                <a:solidFill>
                  <a:srgbClr val="ffffff"/>
                </a:solidFill>
                <a:effectLst/>
                <a:uFillTx/>
                <a:latin typeface="Arial"/>
              </a:rPr>
              <a:t>Fifth Outline Level</a:t>
            </a:r>
            <a:endParaRPr b="0" lang="en-US" sz="2000" strike="noStrike" u="none">
              <a:solidFill>
                <a:srgbClr val="ffffff"/>
              </a:solidFill>
              <a:effectLst/>
              <a:uFillTx/>
              <a:latin typeface="Arial"/>
            </a:endParaRPr>
          </a:p>
          <a:p>
            <a:pPr lvl="5" marL="2592000" indent="-216000">
              <a:spcBef>
                <a:spcPts val="283"/>
              </a:spcBef>
              <a:buClr>
                <a:srgbClr val="ffffff"/>
              </a:buClr>
              <a:buSzPct val="45000"/>
              <a:buFont typeface="Wingdings" charset="2"/>
              <a:buChar char=""/>
            </a:pPr>
            <a:r>
              <a:rPr b="0" lang="en-US" sz="2000" strike="noStrike" u="none">
                <a:solidFill>
                  <a:srgbClr val="ffffff"/>
                </a:solidFill>
                <a:effectLst/>
                <a:uFillTx/>
                <a:latin typeface="Arial"/>
              </a:rPr>
              <a:t>Sixth Outline Level</a:t>
            </a:r>
            <a:endParaRPr b="0" lang="en-US" sz="2000" strike="noStrike" u="none">
              <a:solidFill>
                <a:srgbClr val="ffffff"/>
              </a:solidFill>
              <a:effectLst/>
              <a:uFillTx/>
              <a:latin typeface="Arial"/>
            </a:endParaRPr>
          </a:p>
          <a:p>
            <a:pPr lvl="6" marL="3024000" indent="-216000">
              <a:spcBef>
                <a:spcPts val="283"/>
              </a:spcBef>
              <a:buClr>
                <a:srgbClr val="ffffff"/>
              </a:buClr>
              <a:buSzPct val="45000"/>
              <a:buFont typeface="Wingdings" charset="2"/>
              <a:buChar char=""/>
            </a:pPr>
            <a:r>
              <a:rPr b="0" lang="en-US" sz="2000" strike="noStrike" u="none">
                <a:solidFill>
                  <a:srgbClr val="ffffff"/>
                </a:solidFill>
                <a:effectLst/>
                <a:uFillTx/>
                <a:latin typeface="Arial"/>
              </a:rPr>
              <a:t>Seventh Outline Level</a:t>
            </a:r>
            <a:endParaRPr b="0" lang="en-US" sz="2000" strike="noStrike" u="none">
              <a:solidFill>
                <a:srgbClr val="ffffff"/>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5"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8" name="PlaceHolder 1"/>
          <p:cNvSpPr>
            <a:spLocks noGrp="1"/>
          </p:cNvSpPr>
          <p:nvPr>
            <p:ph type="sldNum" idx="5"/>
          </p:nvPr>
        </p:nvSpPr>
        <p:spPr>
          <a:xfrm>
            <a:off x="8472600" y="4663080"/>
            <a:ext cx="543600" cy="38844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1000" strike="noStrike" u="none">
                <a:solidFill>
                  <a:schemeClr val="dk2"/>
                </a:solidFill>
                <a:effectLst/>
                <a:uFillTx/>
                <a:latin typeface="Arial"/>
                <a:ea typeface="Arial"/>
              </a:defRPr>
            </a:lvl1pPr>
          </a:lstStyle>
          <a:p>
            <a:pPr indent="0" algn="r">
              <a:lnSpc>
                <a:spcPct val="100000"/>
              </a:lnSpc>
              <a:buNone/>
              <a:tabLst>
                <a:tab algn="l" pos="0"/>
              </a:tabLst>
            </a:pPr>
            <a:fld id="{E280D72D-BBCB-4905-9543-495E6A3B5DEE}" type="slidenum">
              <a:rPr b="0" lang="en" sz="1000" strike="noStrike" u="none">
                <a:solidFill>
                  <a:schemeClr val="dk2"/>
                </a:solidFill>
                <a:effectLst/>
                <a:uFillTx/>
                <a:latin typeface="Arial"/>
                <a:ea typeface="Arial"/>
              </a:rPr>
              <a:t>1</a:t>
            </a:fld>
            <a:endParaRPr b="0" lang="en-US" sz="1000" strike="noStrike" u="none">
              <a:solidFill>
                <a:srgbClr val="ffffff"/>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7" r:id="rId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311760" y="582480"/>
            <a:ext cx="8515440" cy="274680"/>
          </a:xfrm>
          <a:prstGeom prst="rect">
            <a:avLst/>
          </a:prstGeom>
          <a:noFill/>
          <a:ln w="0">
            <a:noFill/>
          </a:ln>
        </p:spPr>
        <p:txBody>
          <a:bodyPr lIns="0" rIns="0" tIns="0" bIns="0" anchor="ctr">
            <a:spAutoFit/>
          </a:bodyPr>
          <a:p>
            <a:pPr indent="0">
              <a:buNone/>
            </a:pPr>
            <a:r>
              <a:rPr b="0" lang="en-US" sz="1800" strike="noStrike" u="none">
                <a:solidFill>
                  <a:srgbClr val="ffffff"/>
                </a:solidFill>
                <a:effectLst/>
                <a:uFillTx/>
                <a:latin typeface="Arial"/>
              </a:rPr>
              <a:t>Click to edit the title text format</a:t>
            </a:r>
            <a:endParaRPr b="0" lang="en-US" sz="1800" strike="noStrike" u="none">
              <a:solidFill>
                <a:srgbClr val="ffffff"/>
              </a:solidFill>
              <a:effectLst/>
              <a:uFillTx/>
              <a:latin typeface="Arial"/>
            </a:endParaRPr>
          </a:p>
        </p:txBody>
      </p:sp>
      <p:sp>
        <p:nvSpPr>
          <p:cNvPr id="43" name="PlaceHolder 2"/>
          <p:cNvSpPr>
            <a:spLocks noGrp="1"/>
          </p:cNvSpPr>
          <p:nvPr>
            <p:ph type="body"/>
          </p:nvPr>
        </p:nvSpPr>
        <p:spPr>
          <a:xfrm>
            <a:off x="311760" y="1152360"/>
            <a:ext cx="4155120" cy="34113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1800" strike="noStrike" u="none">
                <a:solidFill>
                  <a:srgbClr val="ffffff"/>
                </a:solidFill>
                <a:effectLst/>
                <a:uFillTx/>
                <a:latin typeface="Arial"/>
              </a:rPr>
              <a:t>Click to edit the outline text format</a:t>
            </a:r>
            <a:endParaRPr b="0" lang="en-US" sz="1800" strike="noStrike" u="none">
              <a:solidFill>
                <a:srgbClr val="ffffff"/>
              </a:solidFill>
              <a:effectLst/>
              <a:uFillTx/>
              <a:latin typeface="Arial"/>
            </a:endParaRPr>
          </a:p>
          <a:p>
            <a:pPr lvl="1" marL="864000" indent="-324000">
              <a:spcBef>
                <a:spcPts val="1134"/>
              </a:spcBef>
              <a:buClr>
                <a:srgbClr val="ffffff"/>
              </a:buClr>
              <a:buSzPct val="75000"/>
              <a:buFont typeface="Symbol" charset="2"/>
              <a:buChar char=""/>
            </a:pPr>
            <a:r>
              <a:rPr b="0" lang="en-US" sz="1800" strike="noStrike" u="none">
                <a:solidFill>
                  <a:srgbClr val="ffffff"/>
                </a:solidFill>
                <a:effectLst/>
                <a:uFillTx/>
                <a:latin typeface="Arial"/>
              </a:rPr>
              <a:t>Second Outline Level</a:t>
            </a:r>
            <a:endParaRPr b="0" lang="en-US" sz="1800" strike="noStrike" u="none">
              <a:solidFill>
                <a:srgbClr val="ffffff"/>
              </a:solidFill>
              <a:effectLst/>
              <a:uFillTx/>
              <a:latin typeface="Arial"/>
            </a:endParaRPr>
          </a:p>
          <a:p>
            <a:pPr lvl="2" marL="1296000" indent="-288000">
              <a:spcBef>
                <a:spcPts val="850"/>
              </a:spcBef>
              <a:buClr>
                <a:srgbClr val="ffffff"/>
              </a:buClr>
              <a:buSzPct val="45000"/>
              <a:buFont typeface="Wingdings" charset="2"/>
              <a:buChar char=""/>
            </a:pPr>
            <a:r>
              <a:rPr b="0" lang="en-US" sz="1800" strike="noStrike" u="none">
                <a:solidFill>
                  <a:srgbClr val="ffffff"/>
                </a:solidFill>
                <a:effectLst/>
                <a:uFillTx/>
                <a:latin typeface="Arial"/>
              </a:rPr>
              <a:t>Third Outline Level</a:t>
            </a:r>
            <a:endParaRPr b="0" lang="en-US" sz="1800" strike="noStrike" u="none">
              <a:solidFill>
                <a:srgbClr val="ffffff"/>
              </a:solidFill>
              <a:effectLst/>
              <a:uFillTx/>
              <a:latin typeface="Arial"/>
            </a:endParaRPr>
          </a:p>
          <a:p>
            <a:pPr lvl="3" marL="1728000" indent="-216000">
              <a:spcBef>
                <a:spcPts val="567"/>
              </a:spcBef>
              <a:buClr>
                <a:srgbClr val="ffffff"/>
              </a:buClr>
              <a:buSzPct val="75000"/>
              <a:buFont typeface="Symbol" charset="2"/>
              <a:buChar char=""/>
            </a:pPr>
            <a:r>
              <a:rPr b="0" lang="en-US" sz="1800" strike="noStrike" u="none">
                <a:solidFill>
                  <a:srgbClr val="ffffff"/>
                </a:solidFill>
                <a:effectLst/>
                <a:uFillTx/>
                <a:latin typeface="Arial"/>
              </a:rPr>
              <a:t>Fourth Outline Level</a:t>
            </a:r>
            <a:endParaRPr b="0" lang="en-US" sz="1800" strike="noStrike" u="none">
              <a:solidFill>
                <a:srgbClr val="ffffff"/>
              </a:solidFill>
              <a:effectLst/>
              <a:uFillTx/>
              <a:latin typeface="Arial"/>
            </a:endParaRPr>
          </a:p>
          <a:p>
            <a:pPr lvl="4" marL="2160000" indent="-216000">
              <a:spcBef>
                <a:spcPts val="283"/>
              </a:spcBef>
              <a:buClr>
                <a:srgbClr val="ffffff"/>
              </a:buClr>
              <a:buSzPct val="45000"/>
              <a:buFont typeface="Wingdings" charset="2"/>
              <a:buChar char=""/>
            </a:pPr>
            <a:r>
              <a:rPr b="0" lang="en-US" sz="1800" strike="noStrike" u="none">
                <a:solidFill>
                  <a:srgbClr val="ffffff"/>
                </a:solidFill>
                <a:effectLst/>
                <a:uFillTx/>
                <a:latin typeface="Arial"/>
              </a:rPr>
              <a:t>Fifth Outline Level</a:t>
            </a:r>
            <a:endParaRPr b="0" lang="en-US" sz="1800" strike="noStrike" u="none">
              <a:solidFill>
                <a:srgbClr val="ffffff"/>
              </a:solidFill>
              <a:effectLst/>
              <a:uFillTx/>
              <a:latin typeface="Arial"/>
            </a:endParaRPr>
          </a:p>
          <a:p>
            <a:pPr lvl="5" marL="2592000" indent="-216000">
              <a:spcBef>
                <a:spcPts val="283"/>
              </a:spcBef>
              <a:buClr>
                <a:srgbClr val="ffffff"/>
              </a:buClr>
              <a:buSzPct val="45000"/>
              <a:buFont typeface="Wingdings" charset="2"/>
              <a:buChar char=""/>
            </a:pPr>
            <a:r>
              <a:rPr b="0" lang="en-US" sz="1800" strike="noStrike" u="none">
                <a:solidFill>
                  <a:srgbClr val="ffffff"/>
                </a:solidFill>
                <a:effectLst/>
                <a:uFillTx/>
                <a:latin typeface="Arial"/>
              </a:rPr>
              <a:t>Sixth Outline Level</a:t>
            </a:r>
            <a:endParaRPr b="0" lang="en-US" sz="1800" strike="noStrike" u="none">
              <a:solidFill>
                <a:srgbClr val="ffffff"/>
              </a:solidFill>
              <a:effectLst/>
              <a:uFillTx/>
              <a:latin typeface="Arial"/>
            </a:endParaRPr>
          </a:p>
          <a:p>
            <a:pPr lvl="6" marL="3024000" indent="-216000">
              <a:spcBef>
                <a:spcPts val="283"/>
              </a:spcBef>
              <a:buClr>
                <a:srgbClr val="ffffff"/>
              </a:buClr>
              <a:buSzPct val="45000"/>
              <a:buFont typeface="Wingdings" charset="2"/>
              <a:buChar char=""/>
            </a:pPr>
            <a:r>
              <a:rPr b="0" lang="en-US" sz="1800" strike="noStrike" u="none">
                <a:solidFill>
                  <a:srgbClr val="ffffff"/>
                </a:solidFill>
                <a:effectLst/>
                <a:uFillTx/>
                <a:latin typeface="Arial"/>
              </a:rPr>
              <a:t>Seventh Outline Level</a:t>
            </a:r>
            <a:endParaRPr b="0" lang="en-US" sz="1800" strike="noStrike" u="none">
              <a:solidFill>
                <a:srgbClr val="ffffff"/>
              </a:solidFill>
              <a:effectLst/>
              <a:uFillTx/>
              <a:latin typeface="Arial"/>
            </a:endParaRPr>
          </a:p>
        </p:txBody>
      </p:sp>
      <p:sp>
        <p:nvSpPr>
          <p:cNvPr id="44" name="PlaceHolder 3"/>
          <p:cNvSpPr>
            <a:spLocks noGrp="1"/>
          </p:cNvSpPr>
          <p:nvPr>
            <p:ph type="body"/>
          </p:nvPr>
        </p:nvSpPr>
        <p:spPr>
          <a:xfrm>
            <a:off x="4675320" y="1152360"/>
            <a:ext cx="4155120" cy="34113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1800" strike="noStrike" u="none">
                <a:solidFill>
                  <a:srgbClr val="ffffff"/>
                </a:solidFill>
                <a:effectLst/>
                <a:uFillTx/>
                <a:latin typeface="Arial"/>
              </a:rPr>
              <a:t>Click to edit the outline text format</a:t>
            </a:r>
            <a:endParaRPr b="0" lang="en-US" sz="1800" strike="noStrike" u="none">
              <a:solidFill>
                <a:srgbClr val="ffffff"/>
              </a:solidFill>
              <a:effectLst/>
              <a:uFillTx/>
              <a:latin typeface="Arial"/>
            </a:endParaRPr>
          </a:p>
          <a:p>
            <a:pPr lvl="1" marL="864000" indent="-324000">
              <a:spcBef>
                <a:spcPts val="1134"/>
              </a:spcBef>
              <a:buClr>
                <a:srgbClr val="ffffff"/>
              </a:buClr>
              <a:buSzPct val="75000"/>
              <a:buFont typeface="Symbol" charset="2"/>
              <a:buChar char=""/>
            </a:pPr>
            <a:r>
              <a:rPr b="0" lang="en-US" sz="1800" strike="noStrike" u="none">
                <a:solidFill>
                  <a:srgbClr val="ffffff"/>
                </a:solidFill>
                <a:effectLst/>
                <a:uFillTx/>
                <a:latin typeface="Arial"/>
              </a:rPr>
              <a:t>Second Outline Level</a:t>
            </a:r>
            <a:endParaRPr b="0" lang="en-US" sz="1800" strike="noStrike" u="none">
              <a:solidFill>
                <a:srgbClr val="ffffff"/>
              </a:solidFill>
              <a:effectLst/>
              <a:uFillTx/>
              <a:latin typeface="Arial"/>
            </a:endParaRPr>
          </a:p>
          <a:p>
            <a:pPr lvl="2" marL="1296000" indent="-288000">
              <a:spcBef>
                <a:spcPts val="850"/>
              </a:spcBef>
              <a:buClr>
                <a:srgbClr val="ffffff"/>
              </a:buClr>
              <a:buSzPct val="45000"/>
              <a:buFont typeface="Wingdings" charset="2"/>
              <a:buChar char=""/>
            </a:pPr>
            <a:r>
              <a:rPr b="0" lang="en-US" sz="1800" strike="noStrike" u="none">
                <a:solidFill>
                  <a:srgbClr val="ffffff"/>
                </a:solidFill>
                <a:effectLst/>
                <a:uFillTx/>
                <a:latin typeface="Arial"/>
              </a:rPr>
              <a:t>Third Outline Level</a:t>
            </a:r>
            <a:endParaRPr b="0" lang="en-US" sz="1800" strike="noStrike" u="none">
              <a:solidFill>
                <a:srgbClr val="ffffff"/>
              </a:solidFill>
              <a:effectLst/>
              <a:uFillTx/>
              <a:latin typeface="Arial"/>
            </a:endParaRPr>
          </a:p>
          <a:p>
            <a:pPr lvl="3" marL="1728000" indent="-216000">
              <a:spcBef>
                <a:spcPts val="567"/>
              </a:spcBef>
              <a:buClr>
                <a:srgbClr val="ffffff"/>
              </a:buClr>
              <a:buSzPct val="75000"/>
              <a:buFont typeface="Symbol" charset="2"/>
              <a:buChar char=""/>
            </a:pPr>
            <a:r>
              <a:rPr b="0" lang="en-US" sz="1800" strike="noStrike" u="none">
                <a:solidFill>
                  <a:srgbClr val="ffffff"/>
                </a:solidFill>
                <a:effectLst/>
                <a:uFillTx/>
                <a:latin typeface="Arial"/>
              </a:rPr>
              <a:t>Fourth Outline Level</a:t>
            </a:r>
            <a:endParaRPr b="0" lang="en-US" sz="1800" strike="noStrike" u="none">
              <a:solidFill>
                <a:srgbClr val="ffffff"/>
              </a:solidFill>
              <a:effectLst/>
              <a:uFillTx/>
              <a:latin typeface="Arial"/>
            </a:endParaRPr>
          </a:p>
          <a:p>
            <a:pPr lvl="4" marL="2160000" indent="-216000">
              <a:spcBef>
                <a:spcPts val="283"/>
              </a:spcBef>
              <a:buClr>
                <a:srgbClr val="ffffff"/>
              </a:buClr>
              <a:buSzPct val="45000"/>
              <a:buFont typeface="Wingdings" charset="2"/>
              <a:buChar char=""/>
            </a:pPr>
            <a:r>
              <a:rPr b="0" lang="en-US" sz="1800" strike="noStrike" u="none">
                <a:solidFill>
                  <a:srgbClr val="ffffff"/>
                </a:solidFill>
                <a:effectLst/>
                <a:uFillTx/>
                <a:latin typeface="Arial"/>
              </a:rPr>
              <a:t>Fifth Outline Level</a:t>
            </a:r>
            <a:endParaRPr b="0" lang="en-US" sz="1800" strike="noStrike" u="none">
              <a:solidFill>
                <a:srgbClr val="ffffff"/>
              </a:solidFill>
              <a:effectLst/>
              <a:uFillTx/>
              <a:latin typeface="Arial"/>
            </a:endParaRPr>
          </a:p>
          <a:p>
            <a:pPr lvl="5" marL="2592000" indent="-216000">
              <a:spcBef>
                <a:spcPts val="283"/>
              </a:spcBef>
              <a:buClr>
                <a:srgbClr val="ffffff"/>
              </a:buClr>
              <a:buSzPct val="45000"/>
              <a:buFont typeface="Wingdings" charset="2"/>
              <a:buChar char=""/>
            </a:pPr>
            <a:r>
              <a:rPr b="0" lang="en-US" sz="1800" strike="noStrike" u="none">
                <a:solidFill>
                  <a:srgbClr val="ffffff"/>
                </a:solidFill>
                <a:effectLst/>
                <a:uFillTx/>
                <a:latin typeface="Arial"/>
              </a:rPr>
              <a:t>Sixth Outline Level</a:t>
            </a:r>
            <a:endParaRPr b="0" lang="en-US" sz="1800" strike="noStrike" u="none">
              <a:solidFill>
                <a:srgbClr val="ffffff"/>
              </a:solidFill>
              <a:effectLst/>
              <a:uFillTx/>
              <a:latin typeface="Arial"/>
            </a:endParaRPr>
          </a:p>
          <a:p>
            <a:pPr lvl="6" marL="3024000" indent="-216000">
              <a:spcBef>
                <a:spcPts val="283"/>
              </a:spcBef>
              <a:buClr>
                <a:srgbClr val="ffffff"/>
              </a:buClr>
              <a:buSzPct val="45000"/>
              <a:buFont typeface="Wingdings" charset="2"/>
              <a:buChar char=""/>
            </a:pPr>
            <a:r>
              <a:rPr b="0" lang="en-US" sz="1800" strike="noStrike" u="none">
                <a:solidFill>
                  <a:srgbClr val="ffffff"/>
                </a:solidFill>
                <a:effectLst/>
                <a:uFillTx/>
                <a:latin typeface="Arial"/>
              </a:rPr>
              <a:t>Seventh Outline Level</a:t>
            </a:r>
            <a:endParaRPr b="0" lang="en-US" sz="1800" strike="noStrike" u="none">
              <a:solidFill>
                <a:srgbClr val="ffffff"/>
              </a:solidFill>
              <a:effectLst/>
              <a:uFillTx/>
              <a:latin typeface="Arial"/>
            </a:endParaRPr>
          </a:p>
        </p:txBody>
      </p:sp>
      <p:sp>
        <p:nvSpPr>
          <p:cNvPr id="45" name="PlaceHolder 4"/>
          <p:cNvSpPr>
            <a:spLocks noGrp="1"/>
          </p:cNvSpPr>
          <p:nvPr>
            <p:ph type="sldNum" idx="17"/>
          </p:nvPr>
        </p:nvSpPr>
        <p:spPr>
          <a:xfrm>
            <a:off x="8472600" y="4663080"/>
            <a:ext cx="543600" cy="38844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1000" strike="noStrike" u="none">
                <a:solidFill>
                  <a:schemeClr val="dk2"/>
                </a:solidFill>
                <a:effectLst/>
                <a:uFillTx/>
                <a:latin typeface="Arial"/>
                <a:ea typeface="Arial"/>
              </a:defRPr>
            </a:lvl1pPr>
          </a:lstStyle>
          <a:p>
            <a:pPr indent="0" algn="r">
              <a:lnSpc>
                <a:spcPct val="100000"/>
              </a:lnSpc>
              <a:buNone/>
              <a:tabLst>
                <a:tab algn="l" pos="0"/>
              </a:tabLst>
            </a:pPr>
            <a:fld id="{46EEC8C4-F72F-4B45-AC66-38F0BE32F5BC}" type="slidenum">
              <a:rPr b="0" lang="en" sz="1000" strike="noStrike" u="none">
                <a:solidFill>
                  <a:schemeClr val="dk2"/>
                </a:solidFill>
                <a:effectLst/>
                <a:uFillTx/>
                <a:latin typeface="Arial"/>
                <a:ea typeface="Arial"/>
              </a:rPr>
              <a:t>&lt;number&gt;</a:t>
            </a:fld>
            <a:endParaRPr b="0" lang="en-US" sz="1000" strike="noStrike" u="none">
              <a:solidFill>
                <a:srgbClr val="ffffff"/>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71" r:id="rId3"/>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311760" y="582480"/>
            <a:ext cx="8515440" cy="274680"/>
          </a:xfrm>
          <a:prstGeom prst="rect">
            <a:avLst/>
          </a:prstGeom>
          <a:noFill/>
          <a:ln w="0">
            <a:noFill/>
          </a:ln>
        </p:spPr>
        <p:txBody>
          <a:bodyPr lIns="0" rIns="0" tIns="0" bIns="0" anchor="ctr">
            <a:spAutoFit/>
          </a:bodyPr>
          <a:p>
            <a:pPr indent="0">
              <a:buNone/>
            </a:pPr>
            <a:r>
              <a:rPr b="0" lang="en-US" sz="1800" strike="noStrike" u="none">
                <a:solidFill>
                  <a:srgbClr val="ffffff"/>
                </a:solidFill>
                <a:effectLst/>
                <a:uFillTx/>
                <a:latin typeface="Arial"/>
              </a:rPr>
              <a:t>Click to edit the title text format</a:t>
            </a:r>
            <a:endParaRPr b="0" lang="en-US" sz="1800" strike="noStrike" u="none">
              <a:solidFill>
                <a:srgbClr val="ffffff"/>
              </a:solidFill>
              <a:effectLst/>
              <a:uFillTx/>
              <a:latin typeface="Arial"/>
            </a:endParaRPr>
          </a:p>
        </p:txBody>
      </p:sp>
      <p:sp>
        <p:nvSpPr>
          <p:cNvPr id="50" name="PlaceHolder 2"/>
          <p:cNvSpPr>
            <a:spLocks noGrp="1"/>
          </p:cNvSpPr>
          <p:nvPr>
            <p:ph type="sldNum" idx="18"/>
          </p:nvPr>
        </p:nvSpPr>
        <p:spPr>
          <a:xfrm>
            <a:off x="8472600" y="4663080"/>
            <a:ext cx="543600" cy="38844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1000" strike="noStrike" u="none">
                <a:solidFill>
                  <a:schemeClr val="dk2"/>
                </a:solidFill>
                <a:effectLst/>
                <a:uFillTx/>
                <a:latin typeface="Arial"/>
                <a:ea typeface="Arial"/>
              </a:defRPr>
            </a:lvl1pPr>
          </a:lstStyle>
          <a:p>
            <a:pPr indent="0" algn="r">
              <a:lnSpc>
                <a:spcPct val="100000"/>
              </a:lnSpc>
              <a:buNone/>
              <a:tabLst>
                <a:tab algn="l" pos="0"/>
              </a:tabLst>
            </a:pPr>
            <a:fld id="{9396E1EC-B635-4B80-8BEC-763A7FE80613}" type="slidenum">
              <a:rPr b="0" lang="en" sz="1000" strike="noStrike" u="none">
                <a:solidFill>
                  <a:schemeClr val="dk2"/>
                </a:solidFill>
                <a:effectLst/>
                <a:uFillTx/>
                <a:latin typeface="Arial"/>
                <a:ea typeface="Arial"/>
              </a:rPr>
              <a:t>1</a:t>
            </a:fld>
            <a:endParaRPr b="0" lang="en-US" sz="1000" strike="noStrike" u="none">
              <a:solidFill>
                <a:srgbClr val="ffffff"/>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73" r:id="rId3"/>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52" name="PlaceHolder 1"/>
          <p:cNvSpPr>
            <a:spLocks noGrp="1"/>
          </p:cNvSpPr>
          <p:nvPr>
            <p:ph type="sldNum" idx="19"/>
          </p:nvPr>
        </p:nvSpPr>
        <p:spPr>
          <a:xfrm>
            <a:off x="8472600" y="4663080"/>
            <a:ext cx="543600" cy="38844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1000" strike="noStrike" u="none">
                <a:solidFill>
                  <a:schemeClr val="dk2"/>
                </a:solidFill>
                <a:effectLst/>
                <a:uFillTx/>
                <a:latin typeface="Arial"/>
                <a:ea typeface="Arial"/>
              </a:defRPr>
            </a:lvl1pPr>
          </a:lstStyle>
          <a:p>
            <a:pPr indent="0" algn="r">
              <a:lnSpc>
                <a:spcPct val="100000"/>
              </a:lnSpc>
              <a:buNone/>
              <a:tabLst>
                <a:tab algn="l" pos="0"/>
              </a:tabLst>
            </a:pPr>
            <a:fld id="{58DC68E9-3BD2-4958-AC74-826BD081AA78}" type="slidenum">
              <a:rPr b="0" lang="en" sz="1000" strike="noStrike" u="none">
                <a:solidFill>
                  <a:schemeClr val="dk2"/>
                </a:solidFill>
                <a:effectLst/>
                <a:uFillTx/>
                <a:latin typeface="Arial"/>
                <a:ea typeface="Arial"/>
              </a:rPr>
              <a:t>1</a:t>
            </a:fld>
            <a:endParaRPr b="0" lang="en-US" sz="1000" strike="noStrike" u="none">
              <a:solidFill>
                <a:srgbClr val="ffffff"/>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75" r:id="rId3"/>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53" name="PlaceHolder 1"/>
          <p:cNvSpPr>
            <a:spLocks noGrp="1"/>
          </p:cNvSpPr>
          <p:nvPr>
            <p:ph type="sldNum" idx="20"/>
          </p:nvPr>
        </p:nvSpPr>
        <p:spPr>
          <a:xfrm>
            <a:off x="8472600" y="4663080"/>
            <a:ext cx="543600" cy="38844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1000" strike="noStrike" u="none">
                <a:solidFill>
                  <a:schemeClr val="dk2"/>
                </a:solidFill>
                <a:effectLst/>
                <a:uFillTx/>
                <a:latin typeface="Arial"/>
                <a:ea typeface="Arial"/>
              </a:defRPr>
            </a:lvl1pPr>
          </a:lstStyle>
          <a:p>
            <a:pPr indent="0" algn="r">
              <a:lnSpc>
                <a:spcPct val="100000"/>
              </a:lnSpc>
              <a:buNone/>
              <a:tabLst>
                <a:tab algn="l" pos="0"/>
              </a:tabLst>
            </a:pPr>
            <a:fld id="{CF260A5A-4314-465D-BB40-3792E051BB3C}" type="slidenum">
              <a:rPr b="0" lang="en" sz="1000" strike="noStrike" u="none">
                <a:solidFill>
                  <a:schemeClr val="dk2"/>
                </a:solidFill>
                <a:effectLst/>
                <a:uFillTx/>
                <a:latin typeface="Arial"/>
                <a:ea typeface="Arial"/>
              </a:rPr>
              <a:t>1</a:t>
            </a:fld>
            <a:endParaRPr b="0" lang="en-US" sz="1000" strike="noStrike" u="none">
              <a:solidFill>
                <a:srgbClr val="ffffff"/>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77" r:id="rId3"/>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54" name="Google Shape;36;p9"/>
          <p:cNvSpPr/>
          <p:nvPr/>
        </p:nvSpPr>
        <p:spPr>
          <a:xfrm>
            <a:off x="4572000" y="0"/>
            <a:ext cx="4566960" cy="5138640"/>
          </a:xfrm>
          <a:prstGeom prst="rect">
            <a:avLst/>
          </a:prstGeom>
          <a:solidFill>
            <a:schemeClr val="lt2"/>
          </a:solidFill>
          <a:ln w="0">
            <a:noFill/>
          </a:ln>
        </p:spPr>
        <p:style>
          <a:lnRef idx="0"/>
          <a:fillRef idx="0"/>
          <a:effectRef idx="0"/>
          <a:fontRef idx="minor"/>
        </p:style>
        <p:txBody>
          <a:bodyPr lIns="90000" rIns="90000" tIns="91440" bIns="91440" anchor="ctr">
            <a:noAutofit/>
          </a:bodyPr>
          <a:p>
            <a:pPr>
              <a:lnSpc>
                <a:spcPct val="100000"/>
              </a:lnSpc>
              <a:tabLst>
                <a:tab algn="l" pos="0"/>
              </a:tabLst>
            </a:pPr>
            <a:endParaRPr b="0" lang="en-US" sz="1400" strike="noStrike" u="none">
              <a:solidFill>
                <a:srgbClr val="000000"/>
              </a:solidFill>
              <a:effectLst/>
              <a:uFillTx/>
              <a:latin typeface="Arial"/>
            </a:endParaRPr>
          </a:p>
        </p:txBody>
      </p:sp>
      <p:sp>
        <p:nvSpPr>
          <p:cNvPr id="55" name="PlaceHolder 1"/>
          <p:cNvSpPr>
            <a:spLocks noGrp="1"/>
          </p:cNvSpPr>
          <p:nvPr>
            <p:ph type="sldNum" idx="21"/>
          </p:nvPr>
        </p:nvSpPr>
        <p:spPr>
          <a:xfrm>
            <a:off x="8472600" y="4663080"/>
            <a:ext cx="543600" cy="38844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1000" strike="noStrike" u="none">
                <a:solidFill>
                  <a:schemeClr val="dk2"/>
                </a:solidFill>
                <a:effectLst/>
                <a:uFillTx/>
                <a:latin typeface="Arial"/>
                <a:ea typeface="Arial"/>
              </a:defRPr>
            </a:lvl1pPr>
          </a:lstStyle>
          <a:p>
            <a:pPr indent="0" algn="r">
              <a:lnSpc>
                <a:spcPct val="100000"/>
              </a:lnSpc>
              <a:buNone/>
              <a:tabLst>
                <a:tab algn="l" pos="0"/>
              </a:tabLst>
            </a:pPr>
            <a:fld id="{B8318B89-46A3-425A-A9A6-4B7E5219590E}" type="slidenum">
              <a:rPr b="0" lang="en" sz="1000" strike="noStrike" u="none">
                <a:solidFill>
                  <a:schemeClr val="dk2"/>
                </a:solidFill>
                <a:effectLst/>
                <a:uFillTx/>
                <a:latin typeface="Arial"/>
                <a:ea typeface="Arial"/>
              </a:rPr>
              <a:t>1</a:t>
            </a:fld>
            <a:endParaRPr b="0" lang="en-US" sz="1000" strike="noStrike" u="none">
              <a:solidFill>
                <a:srgbClr val="ffffff"/>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79" r:id="rId3"/>
  </p:sldLayoutIdLst>
</p:sldMaster>
</file>

<file path=ppt/slides/_rels/slide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4.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1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8.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8.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62" name="PlaceHolder 1"/>
          <p:cNvSpPr>
            <a:spLocks noGrp="1"/>
          </p:cNvSpPr>
          <p:nvPr>
            <p:ph type="title"/>
          </p:nvPr>
        </p:nvSpPr>
        <p:spPr>
          <a:xfrm>
            <a:off x="311760" y="960480"/>
            <a:ext cx="8515440" cy="1538280"/>
          </a:xfrm>
          <a:prstGeom prst="rect">
            <a:avLst/>
          </a:prstGeom>
          <a:noFill/>
          <a:ln w="0">
            <a:noFill/>
          </a:ln>
        </p:spPr>
        <p:txBody>
          <a:bodyPr lIns="91440" rIns="91440" tIns="91440" bIns="91440" anchor="b">
            <a:normAutofit/>
          </a:bodyPr>
          <a:p>
            <a:pPr indent="0" algn="ctr">
              <a:lnSpc>
                <a:spcPct val="100000"/>
              </a:lnSpc>
              <a:buNone/>
              <a:tabLst>
                <a:tab algn="l" pos="0"/>
              </a:tabLst>
            </a:pPr>
            <a:r>
              <a:rPr b="0" lang="en" sz="4800" strike="noStrike" u="none">
                <a:solidFill>
                  <a:srgbClr val="000000"/>
                </a:solidFill>
                <a:effectLst/>
                <a:uFillTx/>
                <a:latin typeface="Arial"/>
                <a:ea typeface="Arial"/>
              </a:rPr>
              <a:t>Speaking Their Language</a:t>
            </a:r>
            <a:endParaRPr b="0" lang="en-US" sz="4800" strike="noStrike" u="none">
              <a:solidFill>
                <a:srgbClr val="ffffff"/>
              </a:solidFill>
              <a:effectLst/>
              <a:uFillTx/>
              <a:latin typeface="Arial"/>
            </a:endParaRPr>
          </a:p>
          <a:p>
            <a:pPr indent="0" algn="ctr">
              <a:lnSpc>
                <a:spcPct val="100000"/>
              </a:lnSpc>
              <a:buNone/>
              <a:tabLst>
                <a:tab algn="l" pos="0"/>
              </a:tabLst>
            </a:pPr>
            <a:r>
              <a:rPr b="0" lang="en" sz="2290" strike="noStrike" u="none">
                <a:solidFill>
                  <a:srgbClr val="000000"/>
                </a:solidFill>
                <a:effectLst/>
                <a:uFillTx/>
                <a:latin typeface="Arial"/>
                <a:ea typeface="Arial"/>
              </a:rPr>
              <a:t>An LLM-based Approach to  Coherent Ongoing Behavior</a:t>
            </a:r>
            <a:endParaRPr b="0" lang="en-US" sz="2290" strike="noStrike" u="none">
              <a:solidFill>
                <a:srgbClr val="ffffff"/>
              </a:solidFill>
              <a:effectLst/>
              <a:uFillTx/>
              <a:latin typeface="Arial"/>
            </a:endParaRPr>
          </a:p>
        </p:txBody>
      </p:sp>
      <p:sp>
        <p:nvSpPr>
          <p:cNvPr id="63" name="PlaceHolder 2"/>
          <p:cNvSpPr>
            <a:spLocks noGrp="1"/>
          </p:cNvSpPr>
          <p:nvPr>
            <p:ph type="subTitle"/>
          </p:nvPr>
        </p:nvSpPr>
        <p:spPr>
          <a:xfrm>
            <a:off x="311760" y="2834280"/>
            <a:ext cx="8515440" cy="1424160"/>
          </a:xfrm>
          <a:prstGeom prst="rect">
            <a:avLst/>
          </a:prstGeom>
          <a:noFill/>
          <a:ln w="0">
            <a:noFill/>
          </a:ln>
        </p:spPr>
        <p:txBody>
          <a:bodyPr lIns="91440" rIns="91440" tIns="91440" bIns="91440" anchor="t">
            <a:normAutofit/>
          </a:bodyPr>
          <a:p>
            <a:pPr indent="0">
              <a:lnSpc>
                <a:spcPct val="100000"/>
              </a:lnSpc>
              <a:buNone/>
              <a:tabLst>
                <a:tab algn="l" pos="0"/>
              </a:tabLst>
            </a:pPr>
            <a:endParaRPr b="0" lang="en-US" sz="2300" strike="noStrike" u="none">
              <a:solidFill>
                <a:srgbClr val="ffffff"/>
              </a:solidFill>
              <a:effectLst/>
              <a:uFillTx/>
              <a:latin typeface="Arial"/>
            </a:endParaRPr>
          </a:p>
          <a:p>
            <a:pPr indent="0" algn="ctr">
              <a:lnSpc>
                <a:spcPct val="100000"/>
              </a:lnSpc>
              <a:buNone/>
              <a:tabLst>
                <a:tab algn="l" pos="0"/>
              </a:tabLst>
            </a:pPr>
            <a:r>
              <a:rPr b="0" lang="en" sz="2800" strike="noStrike" u="none">
                <a:solidFill>
                  <a:srgbClr val="000000"/>
                </a:solidFill>
                <a:effectLst/>
                <a:uFillTx/>
                <a:latin typeface="Arial"/>
                <a:ea typeface="Arial"/>
              </a:rPr>
              <a:t>Bruce D’Ambrosio</a:t>
            </a:r>
            <a:endParaRPr b="0" lang="en-US" sz="2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PlaceHolder 1"/>
          <p:cNvSpPr>
            <a:spLocks noGrp="1"/>
          </p:cNvSpPr>
          <p:nvPr>
            <p:ph type="title"/>
          </p:nvPr>
        </p:nvSpPr>
        <p:spPr>
          <a:xfrm>
            <a:off x="362160" y="218520"/>
            <a:ext cx="8515440" cy="567720"/>
          </a:xfrm>
          <a:prstGeom prst="rect">
            <a:avLst/>
          </a:prstGeom>
          <a:noFill/>
          <a:ln w="0">
            <a:noFill/>
          </a:ln>
        </p:spPr>
        <p:txBody>
          <a:bodyPr lIns="91440" rIns="91440" tIns="91440" bIns="91440" anchor="t">
            <a:normAutofit/>
          </a:bodyPr>
          <a:p>
            <a:pPr indent="0" algn="ctr">
              <a:lnSpc>
                <a:spcPct val="100000"/>
              </a:lnSpc>
              <a:buNone/>
              <a:tabLst>
                <a:tab algn="l" pos="0"/>
              </a:tabLst>
            </a:pPr>
            <a:r>
              <a:rPr b="1" i="1" lang="en" sz="2400" strike="noStrike" u="sng">
                <a:solidFill>
                  <a:schemeClr val="lt1"/>
                </a:solidFill>
                <a:effectLst/>
                <a:uFillTx/>
                <a:latin typeface="Arial"/>
                <a:ea typeface="Arial"/>
              </a:rPr>
              <a:t>Persistent Characters in near-Natural Worlds</a:t>
            </a:r>
            <a:endParaRPr b="0" lang="en-US" sz="2400" strike="noStrike" u="none">
              <a:solidFill>
                <a:srgbClr val="ffffff"/>
              </a:solidFill>
              <a:effectLst/>
              <a:uFillTx/>
              <a:latin typeface="Arial"/>
            </a:endParaRPr>
          </a:p>
        </p:txBody>
      </p:sp>
      <p:sp>
        <p:nvSpPr>
          <p:cNvPr id="65" name="PlaceHolder 2"/>
          <p:cNvSpPr>
            <a:spLocks noGrp="1"/>
          </p:cNvSpPr>
          <p:nvPr>
            <p:ph/>
          </p:nvPr>
        </p:nvSpPr>
        <p:spPr>
          <a:xfrm>
            <a:off x="297000" y="1167480"/>
            <a:ext cx="8515440" cy="3411360"/>
          </a:xfrm>
          <a:prstGeom prst="rect">
            <a:avLst/>
          </a:prstGeom>
          <a:noFill/>
          <a:ln w="0">
            <a:noFill/>
          </a:ln>
        </p:spPr>
        <p:txBody>
          <a:bodyPr lIns="91440" rIns="91440" tIns="91440" bIns="91440" anchor="t">
            <a:normAutofit/>
          </a:bodyPr>
          <a:p>
            <a:pPr indent="0">
              <a:lnSpc>
                <a:spcPct val="115000"/>
              </a:lnSpc>
              <a:buNone/>
              <a:tabLst>
                <a:tab algn="l" pos="0"/>
              </a:tabLst>
            </a:pPr>
            <a:r>
              <a:rPr b="1" lang="en" sz="1400" strike="noStrike" u="none">
                <a:solidFill>
                  <a:schemeClr val="lt1"/>
                </a:solidFill>
                <a:effectLst/>
                <a:uFillTx/>
                <a:latin typeface="Arial"/>
                <a:ea typeface="Arial"/>
              </a:rPr>
              <a:t>Thesis:</a:t>
            </a:r>
            <a:r>
              <a:rPr b="0" lang="en" sz="1400" strike="noStrike" u="none">
                <a:solidFill>
                  <a:schemeClr val="lt1"/>
                </a:solidFill>
                <a:effectLst/>
                <a:uFillTx/>
                <a:latin typeface="Arial"/>
                <a:ea typeface="Arial"/>
              </a:rPr>
              <a:t> </a:t>
            </a:r>
            <a:endParaRPr b="0" lang="en-US" sz="1400" strike="noStrike" u="none">
              <a:solidFill>
                <a:srgbClr val="ffffff"/>
              </a:solidFill>
              <a:effectLst/>
              <a:uFillTx/>
              <a:latin typeface="Arial"/>
            </a:endParaRPr>
          </a:p>
          <a:p>
            <a:pPr marL="457200" indent="0">
              <a:lnSpc>
                <a:spcPct val="115000"/>
              </a:lnSpc>
              <a:spcBef>
                <a:spcPts val="791"/>
              </a:spcBef>
              <a:spcAft>
                <a:spcPts val="791"/>
              </a:spcAft>
              <a:buNone/>
              <a:tabLst>
                <a:tab algn="l" pos="0"/>
              </a:tabLst>
            </a:pPr>
            <a:r>
              <a:rPr b="0" lang="en" sz="1600" strike="noStrike" u="none">
                <a:solidFill>
                  <a:schemeClr val="lt1"/>
                </a:solidFill>
                <a:effectLst/>
                <a:uFillTx/>
                <a:latin typeface="Arial"/>
                <a:ea typeface="Arial"/>
              </a:rPr>
              <a:t>LLMs as the</a:t>
            </a:r>
            <a:r>
              <a:rPr b="1" i="1" lang="en" sz="1600" strike="noStrike" u="none">
                <a:solidFill>
                  <a:schemeClr val="lt1"/>
                </a:solidFill>
                <a:effectLst/>
                <a:uFillTx/>
                <a:latin typeface="Arial"/>
                <a:ea typeface="Arial"/>
              </a:rPr>
              <a:t> sole</a:t>
            </a:r>
            <a:r>
              <a:rPr b="0" lang="en" sz="1600" strike="noStrike" u="none">
                <a:solidFill>
                  <a:schemeClr val="lt1"/>
                </a:solidFill>
                <a:effectLst/>
                <a:uFillTx/>
                <a:latin typeface="Arial"/>
                <a:ea typeface="Arial"/>
              </a:rPr>
              <a:t> problem-solving element of a cognitive architecture for persistent characters in near-natural worlds.</a:t>
            </a:r>
            <a:endParaRPr b="0" lang="en-US" sz="1600" strike="noStrike" u="none">
              <a:solidFill>
                <a:srgbClr val="ffffff"/>
              </a:solidFill>
              <a:effectLst/>
              <a:uFillTx/>
              <a:latin typeface="Arial"/>
            </a:endParaRPr>
          </a:p>
          <a:p>
            <a:pPr marL="457200" indent="-324000">
              <a:lnSpc>
                <a:spcPct val="115000"/>
              </a:lnSpc>
              <a:spcBef>
                <a:spcPts val="791"/>
              </a:spcBef>
              <a:spcAft>
                <a:spcPts val="791"/>
              </a:spcAft>
              <a:buClr>
                <a:srgbClr val="efefef"/>
              </a:buClr>
              <a:buFont typeface="DejaVu Sans"/>
              <a:buChar char="●"/>
              <a:tabLst>
                <a:tab algn="l" pos="0"/>
              </a:tabLst>
            </a:pPr>
            <a:r>
              <a:rPr b="0" lang="en" sz="1600" strike="noStrike" u="none">
                <a:solidFill>
                  <a:schemeClr val="lt1"/>
                </a:solidFill>
                <a:effectLst/>
                <a:uFillTx/>
                <a:latin typeface="Arial"/>
                <a:ea typeface="Arial"/>
              </a:rPr>
              <a:t>Conjectures</a:t>
            </a:r>
            <a:endParaRPr b="0" lang="en-US" sz="1600" strike="noStrike" u="none">
              <a:solidFill>
                <a:srgbClr val="ffffff"/>
              </a:solidFill>
              <a:effectLst/>
              <a:uFillTx/>
              <a:latin typeface="Arial"/>
            </a:endParaRPr>
          </a:p>
          <a:p>
            <a:pPr marL="457200" indent="-324000">
              <a:lnSpc>
                <a:spcPct val="115000"/>
              </a:lnSpc>
              <a:spcBef>
                <a:spcPts val="791"/>
              </a:spcBef>
              <a:spcAft>
                <a:spcPts val="791"/>
              </a:spcAft>
              <a:buClr>
                <a:srgbClr val="efefef"/>
              </a:buClr>
              <a:buFont typeface="DejaVu Sans"/>
              <a:buChar char="●"/>
              <a:tabLst>
                <a:tab algn="l" pos="0"/>
              </a:tabLst>
            </a:pPr>
            <a:r>
              <a:rPr b="0" lang="en" sz="1600" strike="noStrike" u="none">
                <a:solidFill>
                  <a:schemeClr val="lt1"/>
                </a:solidFill>
                <a:effectLst/>
                <a:uFillTx/>
                <a:latin typeface="Arial"/>
                <a:ea typeface="Arial"/>
              </a:rPr>
              <a:t>Architecture</a:t>
            </a:r>
            <a:endParaRPr b="0" lang="en-US" sz="1600" strike="noStrike" u="none">
              <a:solidFill>
                <a:srgbClr val="ffffff"/>
              </a:solidFill>
              <a:effectLst/>
              <a:uFillTx/>
              <a:latin typeface="Arial"/>
            </a:endParaRPr>
          </a:p>
          <a:p>
            <a:pPr marL="457200" indent="-324000">
              <a:lnSpc>
                <a:spcPct val="115000"/>
              </a:lnSpc>
              <a:spcBef>
                <a:spcPts val="791"/>
              </a:spcBef>
              <a:spcAft>
                <a:spcPts val="791"/>
              </a:spcAft>
              <a:buClr>
                <a:srgbClr val="efefef"/>
              </a:buClr>
              <a:buFont typeface="DejaVu Sans"/>
              <a:buChar char="●"/>
              <a:tabLst>
                <a:tab algn="l" pos="0"/>
              </a:tabLst>
            </a:pPr>
            <a:r>
              <a:rPr b="0" lang="en" sz="1600" strike="noStrike" u="none">
                <a:solidFill>
                  <a:schemeClr val="lt1"/>
                </a:solidFill>
                <a:effectLst/>
                <a:uFillTx/>
                <a:latin typeface="Arial"/>
                <a:ea typeface="Arial"/>
              </a:rPr>
              <a:t>Domain-level experiments</a:t>
            </a:r>
            <a:endParaRPr b="0" lang="en-US" sz="1600" strike="noStrike" u="none">
              <a:solidFill>
                <a:srgbClr val="ffffff"/>
              </a:solidFill>
              <a:effectLst/>
              <a:uFillTx/>
              <a:latin typeface="Arial"/>
            </a:endParaRPr>
          </a:p>
          <a:p>
            <a:pPr marL="457200" indent="-324000">
              <a:lnSpc>
                <a:spcPct val="115000"/>
              </a:lnSpc>
              <a:spcBef>
                <a:spcPts val="791"/>
              </a:spcBef>
              <a:spcAft>
                <a:spcPts val="791"/>
              </a:spcAft>
              <a:buClr>
                <a:srgbClr val="efefef"/>
              </a:buClr>
              <a:buFont typeface="DejaVu Sans"/>
              <a:buChar char="●"/>
              <a:tabLst>
                <a:tab algn="l" pos="0"/>
              </a:tabLst>
            </a:pPr>
            <a:r>
              <a:rPr b="0" lang="en" sz="1600" strike="noStrike" u="none">
                <a:solidFill>
                  <a:schemeClr val="lt1"/>
                </a:solidFill>
                <a:effectLst/>
                <a:uFillTx/>
                <a:latin typeface="Arial"/>
                <a:ea typeface="Arial"/>
              </a:rPr>
              <a:t>Reflection</a:t>
            </a:r>
            <a:endParaRPr b="0" lang="en-US" sz="1600" strike="noStrike" u="none">
              <a:solidFill>
                <a:srgbClr val="ffffff"/>
              </a:solidFill>
              <a:effectLst/>
              <a:uFillTx/>
              <a:latin typeface="Arial"/>
            </a:endParaRPr>
          </a:p>
          <a:p>
            <a:pPr marL="457200" indent="0">
              <a:lnSpc>
                <a:spcPct val="115000"/>
              </a:lnSpc>
              <a:spcBef>
                <a:spcPts val="1199"/>
              </a:spcBef>
              <a:spcAft>
                <a:spcPts val="1199"/>
              </a:spcAft>
              <a:buNone/>
              <a:tabLst>
                <a:tab algn="l" pos="0"/>
              </a:tabLst>
            </a:pPr>
            <a:endParaRPr b="0" lang="en-US" sz="13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311760" y="126720"/>
            <a:ext cx="8515440" cy="567720"/>
          </a:xfrm>
          <a:prstGeom prst="rect">
            <a:avLst/>
          </a:prstGeom>
          <a:noFill/>
          <a:ln w="0">
            <a:noFill/>
          </a:ln>
        </p:spPr>
        <p:txBody>
          <a:bodyPr lIns="0" rIns="0" tIns="0" bIns="0" anchor="ctr">
            <a:noAutofit/>
          </a:bodyPr>
          <a:p>
            <a:pPr indent="0" algn="ctr">
              <a:lnSpc>
                <a:spcPct val="100000"/>
              </a:lnSpc>
              <a:buNone/>
              <a:tabLst>
                <a:tab algn="l" pos="0"/>
              </a:tabLst>
            </a:pPr>
            <a:r>
              <a:rPr b="1" i="1" lang="en-US" sz="2800" strike="noStrike" u="sng">
                <a:solidFill>
                  <a:schemeClr val="lt1"/>
                </a:solidFill>
                <a:effectLst/>
                <a:uFillTx/>
                <a:latin typeface="Arial"/>
              </a:rPr>
              <a:t>Background</a:t>
            </a:r>
            <a:endParaRPr b="0" lang="en-US" sz="2800" strike="noStrike" u="none">
              <a:solidFill>
                <a:srgbClr val="ffffff"/>
              </a:solidFill>
              <a:effectLst/>
              <a:uFillTx/>
              <a:latin typeface="Arial"/>
            </a:endParaRPr>
          </a:p>
        </p:txBody>
      </p:sp>
      <p:sp>
        <p:nvSpPr>
          <p:cNvPr id="67" name=""/>
          <p:cNvSpPr/>
          <p:nvPr/>
        </p:nvSpPr>
        <p:spPr>
          <a:xfrm>
            <a:off x="685800" y="1143000"/>
            <a:ext cx="7769160" cy="3655800"/>
          </a:xfrm>
          <a:prstGeom prst="rect">
            <a:avLst/>
          </a:prstGeom>
          <a:noFill/>
          <a:ln w="0">
            <a:noFill/>
          </a:ln>
        </p:spPr>
        <p:style>
          <a:lnRef idx="0"/>
          <a:fillRef idx="0"/>
          <a:effectRef idx="0"/>
          <a:fontRef idx="minor"/>
        </p:style>
        <p:txBody>
          <a:bodyPr lIns="90000" rIns="90000" tIns="45000" bIns="45000" anchor="t">
            <a:noAutofit/>
          </a:bodyPr>
          <a:p>
            <a:pPr marL="216000" indent="-216000">
              <a:lnSpc>
                <a:spcPct val="100000"/>
              </a:lnSpc>
              <a:spcBef>
                <a:spcPts val="1225"/>
              </a:spcBef>
              <a:spcAft>
                <a:spcPts val="575"/>
              </a:spcAft>
              <a:buClr>
                <a:srgbClr val="ffffff"/>
              </a:buClr>
              <a:buSzPct val="45000"/>
              <a:buFont typeface="Wingdings" charset="2"/>
              <a:buChar char=""/>
            </a:pPr>
            <a:r>
              <a:rPr b="0" lang="en-US" sz="1600" strike="noStrike" u="none">
                <a:solidFill>
                  <a:srgbClr val="ffffff"/>
                </a:solidFill>
                <a:effectLst/>
                <a:uFillTx/>
                <a:latin typeface="Arial"/>
              </a:rPr>
              <a:t>Coherent Long-Term Behavior</a:t>
            </a:r>
            <a:endParaRPr b="0" lang="en-US" sz="1600" strike="noStrike" u="none">
              <a:solidFill>
                <a:srgbClr val="ffffff"/>
              </a:solidFill>
              <a:effectLst/>
              <a:uFillTx/>
              <a:latin typeface="Arial"/>
            </a:endParaRPr>
          </a:p>
          <a:p>
            <a:pPr lvl="1" marL="432000" indent="-216000">
              <a:lnSpc>
                <a:spcPct val="100000"/>
              </a:lnSpc>
              <a:spcBef>
                <a:spcPts val="1225"/>
              </a:spcBef>
              <a:spcAft>
                <a:spcPts val="575"/>
              </a:spcAft>
              <a:buClr>
                <a:srgbClr val="ffffff"/>
              </a:buClr>
              <a:buSzPct val="45000"/>
              <a:buFont typeface="Wingdings" charset="2"/>
              <a:buChar char=""/>
            </a:pPr>
            <a:r>
              <a:rPr b="0" lang="en-US" sz="1600" strike="noStrike" u="none">
                <a:solidFill>
                  <a:srgbClr val="ffffff"/>
                </a:solidFill>
                <a:effectLst/>
                <a:uFillTx/>
                <a:latin typeface="Arial"/>
              </a:rPr>
              <a:t>Early days: </a:t>
            </a:r>
            <a:endParaRPr b="0" lang="en-US" sz="1600" strike="noStrike" u="none">
              <a:solidFill>
                <a:srgbClr val="ffffff"/>
              </a:solidFill>
              <a:effectLst/>
              <a:uFillTx/>
              <a:latin typeface="Arial"/>
            </a:endParaRPr>
          </a:p>
          <a:p>
            <a:pPr lvl="2" marL="648000" indent="-216000">
              <a:lnSpc>
                <a:spcPct val="100000"/>
              </a:lnSpc>
              <a:spcBef>
                <a:spcPts val="71"/>
              </a:spcBef>
              <a:spcAft>
                <a:spcPts val="1151"/>
              </a:spcAft>
              <a:buClr>
                <a:srgbClr val="ffffff"/>
              </a:buClr>
              <a:buSzPct val="45000"/>
              <a:buFont typeface="Wingdings" charset="2"/>
              <a:buChar char=""/>
            </a:pPr>
            <a:r>
              <a:rPr b="0" lang="en-US" sz="1600" strike="noStrike" u="none">
                <a:solidFill>
                  <a:srgbClr val="ffffff"/>
                </a:solidFill>
                <a:effectLst/>
                <a:uFillTx/>
                <a:latin typeface="Arial"/>
              </a:rPr>
              <a:t>Recycle chat → context</a:t>
            </a:r>
            <a:endParaRPr b="0" lang="en-US" sz="1600" strike="noStrike" u="none">
              <a:solidFill>
                <a:srgbClr val="ffffff"/>
              </a:solidFill>
              <a:effectLst/>
              <a:uFillTx/>
              <a:latin typeface="Arial"/>
            </a:endParaRPr>
          </a:p>
          <a:p>
            <a:pPr lvl="1" marL="432000" indent="-216000">
              <a:lnSpc>
                <a:spcPct val="100000"/>
              </a:lnSpc>
              <a:spcBef>
                <a:spcPts val="505"/>
              </a:spcBef>
              <a:spcAft>
                <a:spcPts val="575"/>
              </a:spcAft>
              <a:buClr>
                <a:srgbClr val="ffffff"/>
              </a:buClr>
              <a:buSzPct val="45000"/>
              <a:buFont typeface="Wingdings" charset="2"/>
              <a:buChar char=""/>
            </a:pPr>
            <a:r>
              <a:rPr b="0" lang="en-US" sz="1600" strike="noStrike" u="none">
                <a:solidFill>
                  <a:srgbClr val="ffffff"/>
                </a:solidFill>
                <a:effectLst/>
                <a:uFillTx/>
                <a:latin typeface="Arial"/>
              </a:rPr>
              <a:t>Coding: length of productive engagement</a:t>
            </a:r>
            <a:endParaRPr b="0" lang="en-US" sz="1600" strike="noStrike" u="none">
              <a:solidFill>
                <a:srgbClr val="ffffff"/>
              </a:solidFill>
              <a:effectLst/>
              <a:uFillTx/>
              <a:latin typeface="Arial"/>
            </a:endParaRPr>
          </a:p>
          <a:p>
            <a:pPr lvl="2" marL="648000" indent="-216000">
              <a:lnSpc>
                <a:spcPct val="100000"/>
              </a:lnSpc>
              <a:spcBef>
                <a:spcPts val="505"/>
              </a:spcBef>
              <a:spcAft>
                <a:spcPts val="431"/>
              </a:spcAft>
              <a:buClr>
                <a:srgbClr val="ffffff"/>
              </a:buClr>
              <a:buSzPct val="45000"/>
              <a:buFont typeface="Wingdings" charset="2"/>
              <a:buChar char=""/>
            </a:pPr>
            <a:r>
              <a:rPr b="0" lang="en-US" sz="1400" strike="noStrike" u="none">
                <a:solidFill>
                  <a:srgbClr val="ffffff"/>
                </a:solidFill>
                <a:effectLst/>
                <a:uFillTx/>
                <a:latin typeface="Arial"/>
              </a:rPr>
              <a:t>Current techniques: SFT, RLHF, DPO, GRPO, ... - embedding policies into weights</a:t>
            </a:r>
            <a:endParaRPr b="0" lang="en-US" sz="1400" strike="noStrike" u="none">
              <a:solidFill>
                <a:srgbClr val="ffffff"/>
              </a:solidFill>
              <a:effectLst/>
              <a:uFillTx/>
              <a:latin typeface="Arial"/>
            </a:endParaRPr>
          </a:p>
          <a:p>
            <a:pPr lvl="2" marL="648000" indent="-216000">
              <a:lnSpc>
                <a:spcPct val="100000"/>
              </a:lnSpc>
              <a:spcBef>
                <a:spcPts val="505"/>
              </a:spcBef>
              <a:spcAft>
                <a:spcPts val="1009"/>
              </a:spcAft>
              <a:buClr>
                <a:srgbClr val="ffffff"/>
              </a:buClr>
              <a:buSzPct val="45000"/>
              <a:buFont typeface="Wingdings" charset="2"/>
              <a:buChar char=""/>
            </a:pPr>
            <a:r>
              <a:rPr b="0" lang="en-US" sz="1400" strike="noStrike" u="none">
                <a:solidFill>
                  <a:srgbClr val="ffffff"/>
                </a:solidFill>
                <a:effectLst/>
                <a:uFillTx/>
                <a:latin typeface="Arial"/>
              </a:rPr>
              <a:t>Problem: These approaches coerce models into desired behavior</a:t>
            </a:r>
            <a:endParaRPr b="0" lang="en-US" sz="1400" strike="noStrike" u="none">
              <a:solidFill>
                <a:srgbClr val="ffffff"/>
              </a:solidFill>
              <a:effectLst/>
              <a:uFillTx/>
              <a:latin typeface="Arial"/>
            </a:endParaRPr>
          </a:p>
          <a:p>
            <a:pPr lvl="1" marL="432000" indent="-216000">
              <a:lnSpc>
                <a:spcPct val="100000"/>
              </a:lnSpc>
              <a:spcBef>
                <a:spcPts val="1191"/>
              </a:spcBef>
              <a:spcAft>
                <a:spcPts val="992"/>
              </a:spcAft>
              <a:buClr>
                <a:srgbClr val="ffffff"/>
              </a:buClr>
              <a:buSzPct val="45000"/>
              <a:buFont typeface="Wingdings" charset="2"/>
              <a:buChar char=""/>
            </a:pPr>
            <a:r>
              <a:rPr b="0" lang="en-US" sz="1600" strike="noStrike" u="none">
                <a:solidFill>
                  <a:srgbClr val="ffffff"/>
                </a:solidFill>
                <a:effectLst/>
                <a:uFillTx/>
                <a:latin typeface="Arial"/>
              </a:rPr>
              <a:t>“Agentic Systems”</a:t>
            </a:r>
            <a:endParaRPr b="0" lang="en-US" sz="1600" strike="noStrike" u="none">
              <a:solidFill>
                <a:srgbClr val="ffffff"/>
              </a:solidFill>
              <a:effectLst/>
              <a:uFillTx/>
              <a:latin typeface="Arial"/>
            </a:endParaRPr>
          </a:p>
          <a:p>
            <a:pPr lvl="2" marL="648000" indent="-216000">
              <a:lnSpc>
                <a:spcPct val="100000"/>
              </a:lnSpc>
              <a:spcAft>
                <a:spcPts val="575"/>
              </a:spcAft>
              <a:buClr>
                <a:srgbClr val="ffffff"/>
              </a:buClr>
              <a:buSzPct val="45000"/>
              <a:buFont typeface="Wingdings" charset="2"/>
              <a:buChar char=""/>
            </a:pPr>
            <a:r>
              <a:rPr b="0" lang="en-US" sz="1400" strike="noStrike" u="none">
                <a:solidFill>
                  <a:srgbClr val="ffffff"/>
                </a:solidFill>
                <a:effectLst/>
                <a:uFillTx/>
                <a:latin typeface="Arial"/>
              </a:rPr>
              <a:t>Prompt text optimization via RL or other </a:t>
            </a:r>
            <a:r>
              <a:rPr b="0" i="1" lang="en-US" sz="1400" strike="noStrike" u="none">
                <a:solidFill>
                  <a:srgbClr val="ffffff"/>
                </a:solidFill>
                <a:effectLst/>
                <a:uFillTx/>
                <a:latin typeface="Arial"/>
              </a:rPr>
              <a:t>knowledge-free</a:t>
            </a:r>
            <a:r>
              <a:rPr b="0" lang="en-US" sz="1400" strike="noStrike" u="none">
                <a:solidFill>
                  <a:srgbClr val="ffffff"/>
                </a:solidFill>
                <a:effectLst/>
                <a:uFillTx/>
                <a:latin typeface="Arial"/>
              </a:rPr>
              <a:t> method (DSPy)</a:t>
            </a:r>
            <a:endParaRPr b="0" lang="en-US" sz="1400" strike="noStrike" u="none">
              <a:solidFill>
                <a:srgbClr val="ffffff"/>
              </a:solidFill>
              <a:effectLst/>
              <a:uFillTx/>
              <a:latin typeface="Arial"/>
            </a:endParaRPr>
          </a:p>
          <a:p>
            <a:pPr lvl="2" marL="648000" indent="-216000">
              <a:lnSpc>
                <a:spcPct val="100000"/>
              </a:lnSpc>
              <a:spcBef>
                <a:spcPts val="505"/>
              </a:spcBef>
              <a:spcAft>
                <a:spcPts val="1009"/>
              </a:spcAft>
              <a:buClr>
                <a:srgbClr val="ffffff"/>
              </a:buClr>
              <a:buSzPct val="45000"/>
              <a:buFont typeface="Wingdings" charset="2"/>
              <a:buChar char=""/>
            </a:pPr>
            <a:r>
              <a:rPr b="0" lang="en-US" sz="1400" strike="noStrike" u="none">
                <a:solidFill>
                  <a:srgbClr val="ffffff"/>
                </a:solidFill>
                <a:effectLst/>
                <a:uFillTx/>
                <a:latin typeface="Arial"/>
              </a:rPr>
              <a:t>ICL example selection (usually </a:t>
            </a:r>
            <a:r>
              <a:rPr b="0" i="1" lang="en-US" sz="1400" strike="noStrike" u="none">
                <a:solidFill>
                  <a:srgbClr val="ffffff"/>
                </a:solidFill>
                <a:effectLst/>
                <a:uFillTx/>
                <a:latin typeface="Arial"/>
              </a:rPr>
              <a:t>knowledge-free</a:t>
            </a:r>
            <a:r>
              <a:rPr b="0" lang="en-US" sz="1400" strike="noStrike" u="none">
                <a:solidFill>
                  <a:srgbClr val="ffffff"/>
                </a:solidFill>
                <a:effectLst/>
                <a:uFillTx/>
                <a:latin typeface="Arial"/>
              </a:rPr>
              <a:t> selection</a:t>
            </a:r>
            <a:r>
              <a:rPr b="0" i="1" lang="en-US" sz="1400" strike="noStrike" u="none">
                <a:solidFill>
                  <a:srgbClr val="ffffff"/>
                </a:solidFill>
                <a:effectLst/>
                <a:uFillTx/>
                <a:latin typeface="Arial"/>
              </a:rPr>
              <a:t> </a:t>
            </a:r>
            <a:r>
              <a:rPr b="0" lang="en-US" sz="1400" strike="noStrike" u="none">
                <a:solidFill>
                  <a:srgbClr val="ffffff"/>
                </a:solidFill>
                <a:effectLst/>
                <a:uFillTx/>
                <a:latin typeface="Arial"/>
              </a:rPr>
              <a:t>alg)</a:t>
            </a:r>
            <a:endParaRPr b="0" lang="en-US" sz="1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title"/>
          </p:nvPr>
        </p:nvSpPr>
        <p:spPr>
          <a:xfrm>
            <a:off x="396000" y="133200"/>
            <a:ext cx="8515440" cy="567720"/>
          </a:xfrm>
          <a:prstGeom prst="rect">
            <a:avLst/>
          </a:prstGeom>
          <a:noFill/>
          <a:ln w="0">
            <a:noFill/>
          </a:ln>
        </p:spPr>
        <p:txBody>
          <a:bodyPr lIns="0" rIns="0" tIns="0" bIns="0" anchor="ctr">
            <a:noAutofit/>
          </a:bodyPr>
          <a:p>
            <a:pPr indent="0" algn="ctr">
              <a:lnSpc>
                <a:spcPct val="100000"/>
              </a:lnSpc>
              <a:buNone/>
              <a:tabLst>
                <a:tab algn="l" pos="0"/>
              </a:tabLst>
            </a:pPr>
            <a:r>
              <a:rPr b="1" i="1" lang="en-US" sz="2800" strike="noStrike" u="sng">
                <a:solidFill>
                  <a:schemeClr val="lt1"/>
                </a:solidFill>
                <a:effectLst/>
                <a:uFillTx/>
                <a:latin typeface="Arial"/>
              </a:rPr>
              <a:t>A Socratic Approach to Engineering</a:t>
            </a:r>
            <a:endParaRPr b="0" lang="en-US" sz="2800" strike="noStrike" u="none">
              <a:solidFill>
                <a:srgbClr val="ffffff"/>
              </a:solidFill>
              <a:effectLst/>
              <a:uFillTx/>
              <a:latin typeface="Arial"/>
            </a:endParaRPr>
          </a:p>
        </p:txBody>
      </p:sp>
      <p:sp>
        <p:nvSpPr>
          <p:cNvPr id="69" name=""/>
          <p:cNvSpPr/>
          <p:nvPr/>
        </p:nvSpPr>
        <p:spPr>
          <a:xfrm>
            <a:off x="504000" y="1107000"/>
            <a:ext cx="8060400" cy="3881520"/>
          </a:xfrm>
          <a:prstGeom prst="rect">
            <a:avLst/>
          </a:prstGeom>
          <a:noFill/>
          <a:ln w="0">
            <a:noFill/>
          </a:ln>
        </p:spPr>
        <p:style>
          <a:lnRef idx="0"/>
          <a:fillRef idx="0"/>
          <a:effectRef idx="0"/>
          <a:fontRef idx="minor"/>
        </p:style>
        <p:txBody>
          <a:bodyPr lIns="90000" rIns="90000" tIns="45000" bIns="45000" anchor="t">
            <a:noAutofit/>
          </a:bodyPr>
          <a:p>
            <a:pPr marL="216000" indent="-216000">
              <a:lnSpc>
                <a:spcPct val="100000"/>
              </a:lnSpc>
              <a:buClr>
                <a:srgbClr val="ffffff"/>
              </a:buClr>
              <a:buSzPct val="45000"/>
              <a:buFont typeface="Wingdings" charset="2"/>
              <a:buChar char=""/>
            </a:pPr>
            <a:r>
              <a:rPr b="1" i="1" lang="en-US" sz="1400" strike="noStrike" u="none">
                <a:solidFill>
                  <a:srgbClr val="ffffff"/>
                </a:solidFill>
                <a:effectLst/>
                <a:uFillTx/>
                <a:latin typeface="Arial"/>
              </a:rPr>
              <a:t>LLM base models 'know' more about 'natural' and 'near-natural' worlds than you do</a:t>
            </a:r>
            <a:r>
              <a:rPr b="0" lang="en-US" sz="1400" strike="noStrike" u="none">
                <a:solidFill>
                  <a:srgbClr val="ffffff"/>
                </a:solidFill>
                <a:effectLst/>
                <a:uFillTx/>
                <a:latin typeface="Arial"/>
              </a:rPr>
              <a:t>.</a:t>
            </a:r>
            <a:endParaRPr b="0" lang="en-US" sz="1400" strike="noStrike" u="none">
              <a:solidFill>
                <a:srgbClr val="ffffff"/>
              </a:solidFill>
              <a:effectLst/>
              <a:uFillTx/>
              <a:latin typeface="Arial"/>
            </a:endParaRPr>
          </a:p>
          <a:p>
            <a:pPr lvl="1" marL="432000" indent="-216000">
              <a:lnSpc>
                <a:spcPct val="100000"/>
              </a:lnSpc>
              <a:buClr>
                <a:srgbClr val="ffffff"/>
              </a:buClr>
              <a:buSzPct val="45000"/>
              <a:buFont typeface="Wingdings" charset="2"/>
              <a:buChar char=""/>
            </a:pPr>
            <a:r>
              <a:rPr b="0" lang="en-US" sz="1200" strike="noStrike" u="none">
                <a:solidFill>
                  <a:srgbClr val="ffffff"/>
                </a:solidFill>
                <a:effectLst/>
                <a:uFillTx/>
                <a:latin typeface="Arial"/>
              </a:rPr>
              <a:t>Evidence: Trillions of tokens of text about natural and near-natural worlds</a:t>
            </a:r>
            <a:endParaRPr b="0" lang="en-US" sz="1200" strike="noStrike" u="none">
              <a:solidFill>
                <a:srgbClr val="ffffff"/>
              </a:solidFill>
              <a:effectLst/>
              <a:uFillTx/>
              <a:latin typeface="Arial"/>
            </a:endParaRPr>
          </a:p>
          <a:p>
            <a:pPr lvl="1" marL="432000" indent="-216000">
              <a:lnSpc>
                <a:spcPct val="100000"/>
              </a:lnSpc>
              <a:buClr>
                <a:srgbClr val="ffffff"/>
              </a:buClr>
              <a:buSzPct val="45000"/>
              <a:buFont typeface="Wingdings" charset="2"/>
              <a:buChar char=""/>
            </a:pPr>
            <a:r>
              <a:rPr b="0" lang="en-US" sz="1200" strike="noStrike" u="none">
                <a:solidFill>
                  <a:srgbClr val="ffffff"/>
                </a:solidFill>
                <a:effectLst/>
                <a:uFillTx/>
                <a:latin typeface="Arial"/>
              </a:rPr>
              <a:t>Observation:  Near-natural worlds are Turing complete (mod infinity)</a:t>
            </a:r>
            <a:endParaRPr b="0" lang="en-US" sz="1200" strike="noStrike" u="none">
              <a:solidFill>
                <a:srgbClr val="ffffff"/>
              </a:solidFill>
              <a:effectLst/>
              <a:uFillTx/>
              <a:latin typeface="Arial"/>
            </a:endParaRPr>
          </a:p>
          <a:p>
            <a:pPr>
              <a:lnSpc>
                <a:spcPct val="100000"/>
              </a:lnSpc>
            </a:pPr>
            <a:endParaRPr b="0" lang="en-US" sz="1200" strike="noStrike" u="none">
              <a:solidFill>
                <a:srgbClr val="ffffff"/>
              </a:solidFill>
              <a:effectLst/>
              <a:uFillTx/>
              <a:latin typeface="Arial"/>
            </a:endParaRPr>
          </a:p>
          <a:p>
            <a:pPr marL="216000" indent="-216000">
              <a:lnSpc>
                <a:spcPct val="100000"/>
              </a:lnSpc>
              <a:buClr>
                <a:srgbClr val="ffffff"/>
              </a:buClr>
              <a:buSzPct val="45000"/>
              <a:buFont typeface="Wingdings" charset="2"/>
              <a:buChar char=""/>
            </a:pPr>
            <a:r>
              <a:rPr b="1" i="1" lang="en-US" sz="1400" strike="noStrike" u="none">
                <a:solidFill>
                  <a:srgbClr val="ffffff"/>
                </a:solidFill>
                <a:effectLst/>
                <a:uFillTx/>
                <a:latin typeface="Arial"/>
              </a:rPr>
              <a:t>A simple worldsim can be 'near-natural'</a:t>
            </a:r>
            <a:r>
              <a:rPr b="0" lang="en-US" sz="1400" strike="noStrike" u="none">
                <a:solidFill>
                  <a:srgbClr val="ffffff"/>
                </a:solidFill>
                <a:effectLst/>
                <a:uFillTx/>
                <a:latin typeface="Arial"/>
              </a:rPr>
              <a:t>, </a:t>
            </a:r>
            <a:endParaRPr b="0" lang="en-US" sz="1400" strike="noStrike" u="none">
              <a:solidFill>
                <a:srgbClr val="ffffff"/>
              </a:solidFill>
              <a:effectLst/>
              <a:uFillTx/>
              <a:latin typeface="Arial"/>
            </a:endParaRPr>
          </a:p>
          <a:p>
            <a:pPr lvl="1" marL="432000" indent="-216000">
              <a:lnSpc>
                <a:spcPct val="100000"/>
              </a:lnSpc>
              <a:buClr>
                <a:srgbClr val="ffffff"/>
              </a:buClr>
              <a:buSzPct val="45000"/>
              <a:buFont typeface="Wingdings" charset="2"/>
              <a:buChar char=""/>
            </a:pPr>
            <a:r>
              <a:rPr b="0" lang="en-US" sz="1200" strike="noStrike" u="none">
                <a:solidFill>
                  <a:srgbClr val="ffffff"/>
                </a:solidFill>
                <a:effectLst/>
                <a:uFillTx/>
                <a:latin typeface="Arial"/>
              </a:rPr>
              <a:t>an instance of the universes-of-discourse encountered in training corpora.</a:t>
            </a:r>
            <a:endParaRPr b="0" lang="en-US" sz="1200" strike="noStrike" u="none">
              <a:solidFill>
                <a:srgbClr val="ffffff"/>
              </a:solidFill>
              <a:effectLst/>
              <a:uFillTx/>
              <a:latin typeface="Arial"/>
            </a:endParaRPr>
          </a:p>
          <a:p>
            <a:pPr lvl="1" marL="432000" indent="-216000">
              <a:lnSpc>
                <a:spcPct val="100000"/>
              </a:lnSpc>
              <a:buClr>
                <a:srgbClr val="ffffff"/>
              </a:buClr>
              <a:buSzPct val="45000"/>
              <a:buFont typeface="Wingdings" charset="2"/>
              <a:buChar char=""/>
            </a:pPr>
            <a:r>
              <a:rPr b="0" lang="en-US" sz="1200" strike="noStrike" u="none">
                <a:solidFill>
                  <a:srgbClr val="ffffff"/>
                </a:solidFill>
                <a:effectLst/>
                <a:uFillTx/>
                <a:latin typeface="Arial"/>
              </a:rPr>
              <a:t>LLMs have formed an 'innate' 'ontology' of near natural worlds.</a:t>
            </a:r>
            <a:endParaRPr b="0" lang="en-US" sz="1200" strike="noStrike" u="none">
              <a:solidFill>
                <a:srgbClr val="ffffff"/>
              </a:solidFill>
              <a:effectLst/>
              <a:uFillTx/>
              <a:latin typeface="Arial"/>
            </a:endParaRPr>
          </a:p>
          <a:p>
            <a:pPr lvl="2" marL="648000" indent="-216000">
              <a:lnSpc>
                <a:spcPct val="100000"/>
              </a:lnSpc>
              <a:buClr>
                <a:srgbClr val="ffffff"/>
              </a:buClr>
              <a:buSzPct val="45000"/>
              <a:buFont typeface="Wingdings" charset="2"/>
              <a:buChar char=""/>
            </a:pPr>
            <a:r>
              <a:rPr b="0" lang="en-US" sz="1200" strike="noStrike" u="none">
                <a:solidFill>
                  <a:srgbClr val="ffffff"/>
                </a:solidFill>
                <a:effectLst/>
                <a:uFillTx/>
                <a:latin typeface="Arial"/>
              </a:rPr>
              <a:t>Innate - It is not necessarily explicitly represented in the LLM</a:t>
            </a:r>
            <a:endParaRPr b="0" lang="en-US" sz="1200" strike="noStrike" u="none">
              <a:solidFill>
                <a:srgbClr val="ffffff"/>
              </a:solidFill>
              <a:effectLst/>
              <a:uFillTx/>
              <a:latin typeface="Arial"/>
            </a:endParaRPr>
          </a:p>
          <a:p>
            <a:pPr lvl="2" marL="648000" indent="-216000">
              <a:lnSpc>
                <a:spcPct val="100000"/>
              </a:lnSpc>
              <a:buClr>
                <a:srgbClr val="ffffff"/>
              </a:buClr>
              <a:buSzPct val="45000"/>
              <a:buFont typeface="Wingdings" charset="2"/>
              <a:buChar char=""/>
            </a:pPr>
            <a:r>
              <a:rPr b="0" lang="en-US" sz="1200" strike="noStrike" u="none">
                <a:solidFill>
                  <a:srgbClr val="ffffff"/>
                </a:solidFill>
                <a:effectLst/>
                <a:uFillTx/>
                <a:latin typeface="Arial"/>
              </a:rPr>
              <a:t>Ontology - High dimensional polyadic relationship model</a:t>
            </a:r>
            <a:endParaRPr b="0" lang="en-US" sz="1200" strike="noStrike" u="none">
              <a:solidFill>
                <a:srgbClr val="ffffff"/>
              </a:solidFill>
              <a:effectLst/>
              <a:uFillTx/>
              <a:latin typeface="Arial"/>
            </a:endParaRPr>
          </a:p>
          <a:p>
            <a:pPr lvl="1" marL="432000" indent="-216000">
              <a:lnSpc>
                <a:spcPct val="100000"/>
              </a:lnSpc>
              <a:buClr>
                <a:srgbClr val="ffffff"/>
              </a:buClr>
              <a:buSzPct val="45000"/>
              <a:buFont typeface="Wingdings" charset="2"/>
              <a:buChar char=""/>
            </a:pPr>
            <a:r>
              <a:rPr b="0" lang="en-US" sz="1200" strike="noStrike" u="none">
                <a:solidFill>
                  <a:srgbClr val="ffffff"/>
                </a:solidFill>
                <a:effectLst/>
                <a:uFillTx/>
                <a:latin typeface="Arial"/>
              </a:rPr>
              <a:t>Observations: </a:t>
            </a:r>
            <a:endParaRPr b="0" lang="en-US" sz="1200" strike="noStrike" u="none">
              <a:solidFill>
                <a:srgbClr val="ffffff"/>
              </a:solidFill>
              <a:effectLst/>
              <a:uFillTx/>
              <a:latin typeface="Arial"/>
            </a:endParaRPr>
          </a:p>
          <a:p>
            <a:pPr>
              <a:lnSpc>
                <a:spcPct val="100000"/>
              </a:lnSpc>
            </a:pPr>
            <a:r>
              <a:rPr b="0" lang="en-US" sz="1200" strike="noStrike" u="none">
                <a:solidFill>
                  <a:srgbClr val="ffffff"/>
                </a:solidFill>
                <a:effectLst/>
                <a:uFillTx/>
                <a:latin typeface="Arial"/>
              </a:rPr>
              <a:t>	</a:t>
            </a:r>
            <a:r>
              <a:rPr b="0" lang="en-US" sz="1200" strike="noStrike" u="none">
                <a:solidFill>
                  <a:srgbClr val="ffffff"/>
                </a:solidFill>
                <a:effectLst/>
                <a:uFillTx/>
                <a:latin typeface="Arial"/>
              </a:rPr>
              <a:t>Most interesting problems in near-natural worlds are hard.</a:t>
            </a:r>
            <a:endParaRPr b="0" lang="en-US" sz="1200" strike="noStrike" u="none">
              <a:solidFill>
                <a:srgbClr val="ffffff"/>
              </a:solidFill>
              <a:effectLst/>
              <a:uFillTx/>
              <a:latin typeface="Arial"/>
            </a:endParaRPr>
          </a:p>
          <a:p>
            <a:pPr>
              <a:lnSpc>
                <a:spcPct val="100000"/>
              </a:lnSpc>
            </a:pPr>
            <a:r>
              <a:rPr b="0" lang="en-US" sz="1200" strike="noStrike" u="none">
                <a:solidFill>
                  <a:srgbClr val="ffffff"/>
                </a:solidFill>
                <a:effectLst/>
                <a:uFillTx/>
                <a:latin typeface="Arial"/>
              </a:rPr>
              <a:t>	</a:t>
            </a:r>
            <a:r>
              <a:rPr b="0" lang="en-US" sz="1200" strike="noStrike" u="none">
                <a:solidFill>
                  <a:srgbClr val="ffffff"/>
                </a:solidFill>
                <a:effectLst/>
                <a:uFillTx/>
                <a:latin typeface="Arial"/>
              </a:rPr>
              <a:t>Doesn't bother my cat.</a:t>
            </a:r>
            <a:endParaRPr b="0" lang="en-US" sz="1200" strike="noStrike" u="none">
              <a:solidFill>
                <a:srgbClr val="ffffff"/>
              </a:solidFill>
              <a:effectLst/>
              <a:uFillTx/>
              <a:latin typeface="Arial"/>
            </a:endParaRPr>
          </a:p>
          <a:p>
            <a:pPr marL="216000" indent="-216000">
              <a:lnSpc>
                <a:spcPct val="100000"/>
              </a:lnSpc>
              <a:buClr>
                <a:srgbClr val="ffffff"/>
              </a:buClr>
              <a:buSzPct val="45000"/>
              <a:buFont typeface="Wingdings" charset="2"/>
              <a:buChar char=""/>
            </a:pPr>
            <a:r>
              <a:rPr b="0" lang="en-US" sz="1400" strike="noStrike" u="none">
                <a:solidFill>
                  <a:srgbClr val="ffffff"/>
                </a:solidFill>
                <a:effectLst/>
                <a:uFillTx/>
                <a:latin typeface="Arial"/>
              </a:rPr>
              <a:t>	</a:t>
            </a:r>
            <a:endParaRPr b="0" lang="en-US" sz="1400" strike="noStrike" u="none">
              <a:solidFill>
                <a:srgbClr val="ffffff"/>
              </a:solidFill>
              <a:effectLst/>
              <a:uFillTx/>
              <a:latin typeface="Arial"/>
            </a:endParaRPr>
          </a:p>
          <a:p>
            <a:pPr marL="216000" indent="-216000">
              <a:lnSpc>
                <a:spcPct val="100000"/>
              </a:lnSpc>
              <a:buClr>
                <a:srgbClr val="ffffff"/>
              </a:buClr>
              <a:buSzPct val="45000"/>
              <a:buFont typeface="Wingdings" charset="2"/>
              <a:buChar char=""/>
            </a:pPr>
            <a:r>
              <a:rPr b="1" i="1" lang="en-US" sz="1400" strike="noStrike" u="none">
                <a:solidFill>
                  <a:srgbClr val="ffffff"/>
                </a:solidFill>
                <a:effectLst/>
                <a:uFillTx/>
                <a:latin typeface="Arial"/>
              </a:rPr>
              <a:t>LLMs can generate excellent near-optimal solutions to many hard problems in NN worlds</a:t>
            </a:r>
            <a:endParaRPr b="0" lang="en-US" sz="1400" strike="noStrike" u="none">
              <a:solidFill>
                <a:srgbClr val="ffffff"/>
              </a:solidFill>
              <a:effectLst/>
              <a:uFillTx/>
              <a:latin typeface="Arial"/>
            </a:endParaRPr>
          </a:p>
          <a:p>
            <a:pPr lvl="1" marL="432000" indent="-216000">
              <a:lnSpc>
                <a:spcPct val="100000"/>
              </a:lnSpc>
              <a:buClr>
                <a:srgbClr val="ffffff"/>
              </a:buClr>
              <a:buSzPct val="45000"/>
              <a:buFont typeface="Wingdings" charset="2"/>
              <a:buChar char=""/>
            </a:pPr>
            <a:r>
              <a:rPr b="0" lang="en-US" sz="1400" strike="noStrike" u="none">
                <a:solidFill>
                  <a:srgbClr val="ffffff"/>
                </a:solidFill>
                <a:effectLst/>
                <a:uFillTx/>
                <a:latin typeface="Arial"/>
              </a:rPr>
              <a:t>Both base and meta. including framing, and reflection.</a:t>
            </a:r>
            <a:endParaRPr b="0" lang="en-US" sz="1400" strike="noStrike" u="none">
              <a:solidFill>
                <a:srgbClr val="ffffff"/>
              </a:solidFill>
              <a:effectLst/>
              <a:uFillTx/>
              <a:latin typeface="Arial"/>
            </a:endParaRPr>
          </a:p>
          <a:p>
            <a:pPr>
              <a:lnSpc>
                <a:spcPct val="100000"/>
              </a:lnSpc>
            </a:pPr>
            <a:endParaRPr b="0" lang="en-US" sz="1400" strike="noStrike" u="none">
              <a:solidFill>
                <a:srgbClr val="ffffff"/>
              </a:solidFill>
              <a:effectLst/>
              <a:uFillTx/>
              <a:latin typeface="Arial"/>
            </a:endParaRPr>
          </a:p>
          <a:p>
            <a:pPr marL="216000" indent="-216000">
              <a:lnSpc>
                <a:spcPct val="100000"/>
              </a:lnSpc>
              <a:buClr>
                <a:srgbClr val="ffffff"/>
              </a:buClr>
              <a:buSzPct val="45000"/>
              <a:buFont typeface="Wingdings" charset="2"/>
              <a:buChar char=""/>
            </a:pPr>
            <a:r>
              <a:rPr b="1" i="1" lang="en-US" sz="1400" strike="noStrike" u="none">
                <a:solidFill>
                  <a:srgbClr val="ffffff"/>
                </a:solidFill>
                <a:effectLst/>
                <a:uFillTx/>
                <a:latin typeface="Arial"/>
              </a:rPr>
              <a:t>To work with LLMs in NN worlds, it is advantageous to speak their language.</a:t>
            </a:r>
            <a:endParaRPr b="0" lang="en-US" sz="1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PlaceHolder 1"/>
          <p:cNvSpPr>
            <a:spLocks noGrp="1"/>
          </p:cNvSpPr>
          <p:nvPr>
            <p:ph type="title"/>
          </p:nvPr>
        </p:nvSpPr>
        <p:spPr>
          <a:xfrm>
            <a:off x="311760" y="182520"/>
            <a:ext cx="8515440" cy="567720"/>
          </a:xfrm>
          <a:prstGeom prst="rect">
            <a:avLst/>
          </a:prstGeom>
          <a:noFill/>
          <a:ln w="0">
            <a:noFill/>
          </a:ln>
        </p:spPr>
        <p:txBody>
          <a:bodyPr lIns="0" rIns="0" tIns="0" bIns="0" anchor="ctr">
            <a:noAutofit/>
          </a:bodyPr>
          <a:p>
            <a:pPr indent="0" algn="ctr">
              <a:lnSpc>
                <a:spcPct val="100000"/>
              </a:lnSpc>
              <a:buNone/>
              <a:tabLst>
                <a:tab algn="l" pos="0"/>
              </a:tabLst>
            </a:pPr>
            <a:r>
              <a:rPr b="1" i="1" lang="en-US" sz="2600" strike="noStrike" u="sng">
                <a:solidFill>
                  <a:schemeClr val="lt1"/>
                </a:solidFill>
                <a:effectLst/>
                <a:uFillTx/>
                <a:latin typeface="Arial"/>
              </a:rPr>
              <a:t>Engineering for Persistant Performance in NN worlds</a:t>
            </a:r>
            <a:br>
              <a:rPr sz="1800"/>
            </a:br>
            <a:r>
              <a:rPr b="0" lang="en-US" sz="1800" strike="noStrike" u="sng">
                <a:solidFill>
                  <a:schemeClr val="lt1"/>
                </a:solidFill>
                <a:effectLst/>
                <a:uFillTx/>
                <a:latin typeface="Arial"/>
              </a:rPr>
              <a:t>World Definition</a:t>
            </a:r>
            <a:endParaRPr b="0" lang="en-US" sz="1800" strike="noStrike" u="none">
              <a:solidFill>
                <a:srgbClr val="ffffff"/>
              </a:solidFill>
              <a:effectLst/>
              <a:uFillTx/>
              <a:latin typeface="Arial"/>
            </a:endParaRPr>
          </a:p>
        </p:txBody>
      </p:sp>
      <p:sp>
        <p:nvSpPr>
          <p:cNvPr id="71" name="PlaceHolder 2"/>
          <p:cNvSpPr>
            <a:spLocks noGrp="1"/>
          </p:cNvSpPr>
          <p:nvPr>
            <p:ph/>
          </p:nvPr>
        </p:nvSpPr>
        <p:spPr>
          <a:xfrm>
            <a:off x="648000" y="1395000"/>
            <a:ext cx="6688800" cy="2705400"/>
          </a:xfrm>
          <a:prstGeom prst="rect">
            <a:avLst/>
          </a:prstGeom>
          <a:noFill/>
          <a:ln w="0">
            <a:noFill/>
          </a:ln>
        </p:spPr>
        <p:txBody>
          <a:bodyPr lIns="0" rIns="0" tIns="0" bIns="0" anchor="t">
            <a:normAutofit/>
          </a:bodyPr>
          <a:p>
            <a:pPr marL="432000" indent="-324000">
              <a:lnSpc>
                <a:spcPct val="100000"/>
              </a:lnSpc>
              <a:spcBef>
                <a:spcPts val="1417"/>
              </a:spcBef>
              <a:buClr>
                <a:srgbClr val="ffffff"/>
              </a:buClr>
              <a:buSzPct val="45000"/>
              <a:buFont typeface="Wingdings" charset="2"/>
              <a:buChar char=""/>
            </a:pPr>
            <a:r>
              <a:rPr b="1" lang="en-US" sz="1800" strike="noStrike" u="none">
                <a:solidFill>
                  <a:schemeClr val="lt1"/>
                </a:solidFill>
                <a:effectLst/>
                <a:uFillTx/>
                <a:latin typeface="Arial"/>
              </a:rPr>
              <a:t>Socrates poses a question</a:t>
            </a:r>
            <a:endParaRPr b="0" lang="en-US" sz="18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i="1" lang="en-US" sz="1600" strike="noStrike" u="none">
                <a:solidFill>
                  <a:schemeClr val="lt1"/>
                </a:solidFill>
                <a:effectLst/>
                <a:uFillTx/>
                <a:latin typeface="Arial"/>
              </a:rPr>
              <a:t>How would you like to talk about this?</a:t>
            </a:r>
            <a:endParaRPr b="0" lang="en-US" sz="1600" strike="noStrike" u="none">
              <a:solidFill>
                <a:srgbClr val="ffffff"/>
              </a:solidFill>
              <a:effectLst/>
              <a:uFillTx/>
              <a:latin typeface="Arial"/>
            </a:endParaRPr>
          </a:p>
          <a:p>
            <a:pPr marL="432000" indent="-324000">
              <a:lnSpc>
                <a:spcPct val="100000"/>
              </a:lnSpc>
              <a:spcBef>
                <a:spcPts val="1417"/>
              </a:spcBef>
              <a:buClr>
                <a:srgbClr val="ffffff"/>
              </a:buClr>
              <a:buSzPct val="45000"/>
              <a:buFont typeface="Wingdings" charset="2"/>
              <a:buChar char=""/>
            </a:pPr>
            <a:r>
              <a:rPr b="0" lang="en-US" sz="1600" strike="noStrike" u="none">
                <a:solidFill>
                  <a:schemeClr val="lt1"/>
                </a:solidFill>
                <a:effectLst/>
                <a:uFillTx/>
                <a:latin typeface="Arial"/>
              </a:rPr>
              <a:t>In what language? He must use his own!</a:t>
            </a:r>
            <a:endParaRPr b="0" lang="en-US" sz="16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1600" strike="noStrike" u="none">
                <a:solidFill>
                  <a:schemeClr val="lt1"/>
                </a:solidFill>
                <a:effectLst/>
                <a:uFillTx/>
                <a:latin typeface="Arial"/>
              </a:rPr>
              <a:t>World definition</a:t>
            </a:r>
            <a:endParaRPr b="0" lang="en-US" sz="16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en-US" sz="1400" strike="noStrike" u="none">
                <a:solidFill>
                  <a:schemeClr val="lt1"/>
                </a:solidFill>
                <a:effectLst/>
                <a:uFillTx/>
                <a:latin typeface="Arial"/>
              </a:rPr>
              <a:t>Setting – Situation and characters</a:t>
            </a:r>
            <a:endParaRPr b="0" lang="en-US" sz="14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en-US" sz="1400" strike="noStrike" u="none">
                <a:solidFill>
                  <a:schemeClr val="lt1"/>
                </a:solidFill>
                <a:effectLst/>
                <a:uFillTx/>
                <a:latin typeface="Arial"/>
              </a:rPr>
              <a:t>Ground – worldsim for now.</a:t>
            </a:r>
            <a:endParaRPr b="0" lang="en-US" sz="1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PlaceHolder 1"/>
          <p:cNvSpPr>
            <a:spLocks noGrp="1"/>
          </p:cNvSpPr>
          <p:nvPr>
            <p:ph type="title"/>
          </p:nvPr>
        </p:nvSpPr>
        <p:spPr>
          <a:xfrm>
            <a:off x="228600" y="126720"/>
            <a:ext cx="8515440" cy="567720"/>
          </a:xfrm>
          <a:prstGeom prst="rect">
            <a:avLst/>
          </a:prstGeom>
          <a:noFill/>
          <a:ln w="0">
            <a:noFill/>
          </a:ln>
        </p:spPr>
        <p:txBody>
          <a:bodyPr lIns="0" rIns="0" tIns="0" bIns="0" anchor="ctr">
            <a:noAutofit/>
          </a:bodyPr>
          <a:p>
            <a:pPr indent="0" algn="ctr">
              <a:lnSpc>
                <a:spcPct val="100000"/>
              </a:lnSpc>
              <a:buNone/>
              <a:tabLst>
                <a:tab algn="l" pos="0"/>
              </a:tabLst>
            </a:pPr>
            <a:r>
              <a:rPr b="1" i="1" lang="en-US" sz="2600" strike="noStrike" u="sng">
                <a:solidFill>
                  <a:schemeClr val="lt1"/>
                </a:solidFill>
                <a:effectLst/>
                <a:uFillTx/>
                <a:latin typeface="Arial"/>
              </a:rPr>
              <a:t>Setting – La Terre (Emile Zola, 1887)</a:t>
            </a:r>
            <a:endParaRPr b="0" lang="en-US" sz="2600" strike="noStrike" u="none">
              <a:solidFill>
                <a:srgbClr val="ffffff"/>
              </a:solidFill>
              <a:effectLst/>
              <a:uFillTx/>
              <a:latin typeface="Arial"/>
            </a:endParaRPr>
          </a:p>
        </p:txBody>
      </p:sp>
      <p:sp>
        <p:nvSpPr>
          <p:cNvPr id="73" name="PlaceHolder 2"/>
          <p:cNvSpPr>
            <a:spLocks noGrp="1"/>
          </p:cNvSpPr>
          <p:nvPr>
            <p:ph/>
          </p:nvPr>
        </p:nvSpPr>
        <p:spPr>
          <a:xfrm>
            <a:off x="311760" y="1021680"/>
            <a:ext cx="8515440" cy="3686040"/>
          </a:xfrm>
          <a:prstGeom prst="rect">
            <a:avLst/>
          </a:prstGeom>
          <a:noFill/>
          <a:ln w="0">
            <a:noFill/>
          </a:ln>
        </p:spPr>
        <p:txBody>
          <a:bodyPr lIns="0" rIns="0" tIns="0" bIns="0" anchor="t">
            <a:normAutofit fontScale="92500" lnSpcReduction="9999"/>
          </a:bodyPr>
          <a:p>
            <a:pPr marL="432000" indent="-324000">
              <a:lnSpc>
                <a:spcPct val="100000"/>
              </a:lnSpc>
              <a:spcBef>
                <a:spcPts val="505"/>
              </a:spcBef>
              <a:spcAft>
                <a:spcPts val="145"/>
              </a:spcAft>
              <a:buClr>
                <a:srgbClr val="ffffff"/>
              </a:buClr>
              <a:buSzPct val="45000"/>
              <a:buFont typeface="Wingdings" charset="2"/>
              <a:buChar char=""/>
            </a:pPr>
            <a:r>
              <a:rPr b="1" lang="en-US" sz="1600" strike="noStrike" u="none">
                <a:solidFill>
                  <a:schemeClr val="lt1"/>
                </a:solidFill>
                <a:effectLst/>
                <a:uFillTx/>
                <a:latin typeface="Arial"/>
              </a:rPr>
              <a:t>Setting</a:t>
            </a:r>
            <a:endParaRPr b="0" lang="en-US" sz="1600" strike="noStrike" u="none">
              <a:solidFill>
                <a:srgbClr val="ffffff"/>
              </a:solidFill>
              <a:effectLst/>
              <a:uFillTx/>
              <a:latin typeface="Arial"/>
            </a:endParaRPr>
          </a:p>
          <a:p>
            <a:pPr lvl="1" marL="864000" indent="-324000">
              <a:lnSpc>
                <a:spcPct val="100000"/>
              </a:lnSpc>
              <a:spcBef>
                <a:spcPts val="720"/>
              </a:spcBef>
              <a:buClr>
                <a:srgbClr val="ffffff"/>
              </a:buClr>
              <a:buSzPct val="75000"/>
              <a:buFont typeface="Symbol" charset="2"/>
              <a:buChar char=""/>
            </a:pPr>
            <a:r>
              <a:rPr b="0" lang="en-US" sz="1300" strike="noStrike" u="none">
                <a:solidFill>
                  <a:schemeClr val="lt1"/>
                </a:solidFill>
                <a:effectLst/>
                <a:uFillTx/>
                <a:latin typeface="Arial"/>
              </a:rPr>
              <a:t>Summer morning in rural france, 19th century, a small village in the countryside. The village is a small farming community with a few farms and a church. The village is located in a valley with a river running through it. </a:t>
            </a:r>
            <a:endParaRPr b="0" lang="en-US" sz="1300" strike="noStrike" u="none">
              <a:solidFill>
                <a:srgbClr val="ffffff"/>
              </a:solidFill>
              <a:effectLst/>
              <a:uFillTx/>
              <a:latin typeface="Arial"/>
            </a:endParaRPr>
          </a:p>
          <a:p>
            <a:pPr marL="432000" indent="-324000">
              <a:lnSpc>
                <a:spcPct val="100000"/>
              </a:lnSpc>
              <a:spcBef>
                <a:spcPts val="1225"/>
              </a:spcBef>
              <a:spcAft>
                <a:spcPts val="145"/>
              </a:spcAft>
              <a:buClr>
                <a:srgbClr val="ffffff"/>
              </a:buClr>
              <a:buSzPct val="45000"/>
              <a:buFont typeface="Wingdings" charset="2"/>
              <a:buChar char=""/>
            </a:pPr>
            <a:r>
              <a:rPr b="1" lang="en-US" sz="1600" strike="noStrike" u="none">
                <a:solidFill>
                  <a:schemeClr val="lt1"/>
                </a:solidFill>
                <a:effectLst/>
                <a:uFillTx/>
                <a:latin typeface="Arial"/>
              </a:rPr>
              <a:t>Characters</a:t>
            </a:r>
            <a:endParaRPr b="0" lang="en-US" sz="1600" strike="noStrike" u="none">
              <a:solidFill>
                <a:srgbClr val="ffffff"/>
              </a:solidFill>
              <a:effectLst/>
              <a:uFillTx/>
              <a:latin typeface="Arial"/>
            </a:endParaRPr>
          </a:p>
          <a:p>
            <a:pPr lvl="1" marL="864000" indent="-324000">
              <a:lnSpc>
                <a:spcPct val="100000"/>
              </a:lnSpc>
              <a:spcBef>
                <a:spcPts val="145"/>
              </a:spcBef>
              <a:buClr>
                <a:srgbClr val="ffffff"/>
              </a:buClr>
              <a:buSzPct val="75000"/>
              <a:buFont typeface="Symbol" charset="2"/>
              <a:buChar char=""/>
            </a:pPr>
            <a:r>
              <a:rPr b="0" lang="en-US" sz="1500" strike="noStrike" u="none">
                <a:solidFill>
                  <a:schemeClr val="lt1"/>
                </a:solidFill>
                <a:effectLst/>
                <a:uFillTx/>
                <a:latin typeface="Arial"/>
              </a:rPr>
              <a:t>Character</a:t>
            </a:r>
            <a:endParaRPr b="0" lang="en-US" sz="15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en-US" sz="1300" strike="noStrike" u="none">
                <a:solidFill>
                  <a:schemeClr val="lt1"/>
                </a:solidFill>
                <a:effectLst/>
                <a:uFillTx/>
                <a:latin typeface="Arial"/>
              </a:rPr>
              <a:t>Jean Macquart, a hardworking young unmarried peasant farmer working his father's farm. You left military service to return to the family farm. You are strong, honest and committed to working the land, but have a quick temper. You speak plainly and directly, in the style of a volatile 19th century french peasant speaking to an acquaintance. You hope to inherit a share of the family farm and make a living as a farmer. Despite being french, you speak in peasant-french accented english. Your name is Jean. FatherMarquart is your father. He has not yet died, but is old and ill, and has not yet deeded the farm to you.</a:t>
            </a:r>
            <a:r>
              <a:rPr b="0" lang="en-US" sz="1500" strike="noStrike" u="none">
                <a:solidFill>
                  <a:schemeClr val="lt1"/>
                </a:solidFill>
                <a:effectLst/>
                <a:uFillTx/>
                <a:latin typeface="Arial"/>
              </a:rPr>
              <a:t> </a:t>
            </a:r>
            <a:endParaRPr b="0" lang="en-US" sz="15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en-US" sz="1500" strike="noStrike" u="none">
                <a:solidFill>
                  <a:schemeClr val="lt1"/>
                </a:solidFill>
                <a:effectLst/>
                <a:uFillTx/>
                <a:latin typeface="Arial"/>
              </a:rPr>
              <a:t>drives</a:t>
            </a:r>
            <a:endParaRPr b="0" lang="en-US" sz="1500" strike="noStrike" u="none">
              <a:solidFill>
                <a:srgbClr val="ffffff"/>
              </a:solidFill>
              <a:effectLst/>
              <a:uFillTx/>
              <a:latin typeface="Arial"/>
            </a:endParaRPr>
          </a:p>
          <a:p>
            <a:pPr lvl="3" marL="1728000" indent="-216000">
              <a:lnSpc>
                <a:spcPct val="100000"/>
              </a:lnSpc>
              <a:spcBef>
                <a:spcPts val="431"/>
              </a:spcBef>
              <a:buClr>
                <a:srgbClr val="ffffff"/>
              </a:buClr>
              <a:buSzPct val="75000"/>
              <a:buFont typeface="Symbol" charset="2"/>
              <a:buChar char=""/>
            </a:pPr>
            <a:r>
              <a:rPr b="0" lang="en-US" sz="1300" strike="noStrike" u="none">
                <a:solidFill>
                  <a:schemeClr val="lt1"/>
                </a:solidFill>
                <a:effectLst/>
                <a:uFillTx/>
                <a:latin typeface="Arial"/>
              </a:rPr>
              <a:t>"gain your rightful inheritance - justice and fairness in how the land is divided"</a:t>
            </a:r>
            <a:endParaRPr b="0" lang="en-US" sz="1300" strike="noStrike" u="none">
              <a:solidFill>
                <a:srgbClr val="ffffff"/>
              </a:solidFill>
              <a:effectLst/>
              <a:uFillTx/>
              <a:latin typeface="Arial"/>
            </a:endParaRPr>
          </a:p>
          <a:p>
            <a:pPr lvl="3" marL="1728000" indent="-216000">
              <a:lnSpc>
                <a:spcPct val="100000"/>
              </a:lnSpc>
              <a:spcBef>
                <a:spcPts val="145"/>
              </a:spcBef>
              <a:buClr>
                <a:srgbClr val="ffffff"/>
              </a:buClr>
              <a:buSzPct val="75000"/>
              <a:buFont typeface="Symbol" charset="2"/>
              <a:buChar char=""/>
            </a:pPr>
            <a:r>
              <a:rPr b="0" lang="en-US" sz="1300" strike="noStrike" u="none">
                <a:solidFill>
                  <a:schemeClr val="lt1"/>
                </a:solidFill>
                <a:effectLst/>
                <a:uFillTx/>
                <a:latin typeface="Arial"/>
              </a:rPr>
              <a:t>"maintain and work the family farm"</a:t>
            </a:r>
            <a:endParaRPr b="0" lang="en-US" sz="1300" strike="noStrike" u="none">
              <a:solidFill>
                <a:srgbClr val="ffffff"/>
              </a:solidFill>
              <a:effectLst/>
              <a:uFillTx/>
              <a:latin typeface="Arial"/>
            </a:endParaRPr>
          </a:p>
          <a:p>
            <a:pPr lvl="3" marL="1728000" indent="-216000">
              <a:lnSpc>
                <a:spcPct val="100000"/>
              </a:lnSpc>
              <a:spcBef>
                <a:spcPts val="289"/>
              </a:spcBef>
              <a:buClr>
                <a:srgbClr val="ffffff"/>
              </a:buClr>
              <a:buSzPct val="75000"/>
              <a:buFont typeface="Symbol" charset="2"/>
              <a:buChar char=""/>
            </a:pPr>
            <a:r>
              <a:rPr b="0" lang="en-US" sz="1300" strike="noStrike" u="none">
                <a:solidFill>
                  <a:schemeClr val="lt1"/>
                </a:solidFill>
                <a:effectLst/>
                <a:uFillTx/>
                <a:latin typeface="Arial"/>
              </a:rPr>
              <a:t>"find love and a wife to build a family with"</a:t>
            </a:r>
            <a:endParaRPr b="0" lang="en-US" sz="1300" strike="noStrike" u="none">
              <a:solidFill>
                <a:srgbClr val="ffffff"/>
              </a:solidFill>
              <a:effectLst/>
              <a:uFillTx/>
              <a:latin typeface="Arial"/>
            </a:endParaRPr>
          </a:p>
          <a:p>
            <a:pPr lvl="3" marL="1728000" indent="-216000">
              <a:lnSpc>
                <a:spcPct val="100000"/>
              </a:lnSpc>
              <a:spcBef>
                <a:spcPts val="289"/>
              </a:spcBef>
              <a:buClr>
                <a:srgbClr val="ffffff"/>
              </a:buClr>
              <a:buSzPct val="75000"/>
              <a:buFont typeface="Symbol" charset="2"/>
              <a:buChar char=""/>
            </a:pPr>
            <a:r>
              <a:rPr b="0" lang="en-US" sz="1300" strike="noStrike" u="none">
                <a:solidFill>
                  <a:schemeClr val="lt1"/>
                </a:solidFill>
                <a:effectLst/>
                <a:uFillTx/>
                <a:latin typeface="Arial"/>
              </a:rPr>
              <a:t>"immediate needs of survival - food, shelter, health, rest from backbreaking labor" </a:t>
            </a:r>
            <a:endParaRPr b="0" lang="en-US" sz="13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399240" y="117360"/>
            <a:ext cx="8515440" cy="567720"/>
          </a:xfrm>
          <a:prstGeom prst="rect">
            <a:avLst/>
          </a:prstGeom>
          <a:noFill/>
          <a:ln w="0">
            <a:noFill/>
          </a:ln>
        </p:spPr>
        <p:txBody>
          <a:bodyPr lIns="0" rIns="0" tIns="0" bIns="0" anchor="ctr">
            <a:noAutofit/>
          </a:bodyPr>
          <a:p>
            <a:pPr indent="0" algn="ctr">
              <a:lnSpc>
                <a:spcPct val="100000"/>
              </a:lnSpc>
              <a:buNone/>
              <a:tabLst>
                <a:tab algn="l" pos="0"/>
              </a:tabLst>
            </a:pPr>
            <a:r>
              <a:rPr b="1" i="1" lang="en-US" sz="2800" strike="noStrike" u="sng">
                <a:solidFill>
                  <a:srgbClr val="ffffff"/>
                </a:solidFill>
                <a:effectLst/>
                <a:uFillTx/>
                <a:latin typeface="Arial"/>
              </a:rPr>
              <a:t>Ground – Nouns and Verbs</a:t>
            </a:r>
            <a:endParaRPr b="0" lang="en-US" sz="2800" strike="noStrike" u="none">
              <a:solidFill>
                <a:srgbClr val="ffffff"/>
              </a:solidFill>
              <a:effectLst/>
              <a:uFillTx/>
              <a:latin typeface="Arial"/>
            </a:endParaRPr>
          </a:p>
        </p:txBody>
      </p:sp>
      <p:sp>
        <p:nvSpPr>
          <p:cNvPr id="75" name="PlaceHolder 2"/>
          <p:cNvSpPr>
            <a:spLocks noGrp="1"/>
          </p:cNvSpPr>
          <p:nvPr>
            <p:ph/>
          </p:nvPr>
        </p:nvSpPr>
        <p:spPr>
          <a:xfrm>
            <a:off x="685800" y="1091520"/>
            <a:ext cx="3425760" cy="3705480"/>
          </a:xfrm>
          <a:prstGeom prst="rect">
            <a:avLst/>
          </a:prstGeom>
          <a:noFill/>
          <a:ln w="0">
            <a:noFill/>
          </a:ln>
        </p:spPr>
        <p:txBody>
          <a:bodyPr numCol="2" spcCol="0" lIns="0" rIns="0" tIns="0" bIns="0" anchor="t">
            <a:normAutofit/>
          </a:bodyPr>
          <a:p>
            <a:pPr marL="432000" indent="-324000">
              <a:lnSpc>
                <a:spcPct val="100000"/>
              </a:lnSpc>
              <a:spcBef>
                <a:spcPts val="1417"/>
              </a:spcBef>
              <a:buClr>
                <a:srgbClr val="ffffff"/>
              </a:buClr>
              <a:buSzPct val="45000"/>
              <a:buFont typeface="Wingdings" charset="2"/>
              <a:buChar char=""/>
            </a:pPr>
            <a:r>
              <a:rPr b="0" lang="en-US" sz="1800" strike="noStrike" u="none">
                <a:solidFill>
                  <a:srgbClr val="ffffff"/>
                </a:solidFill>
                <a:effectLst/>
                <a:uFillTx/>
                <a:latin typeface="Arial"/>
              </a:rPr>
              <a:t>      </a:t>
            </a:r>
            <a:r>
              <a:rPr b="1" lang="en-US" sz="1800" strike="noStrike" u="sng">
                <a:solidFill>
                  <a:srgbClr val="ffffff"/>
                </a:solidFill>
                <a:effectLst/>
                <a:uFillTx/>
                <a:latin typeface="Arial"/>
              </a:rPr>
              <a:t> Nouns</a:t>
            </a:r>
            <a:endParaRPr b="0" lang="en-US" sz="1800" strike="noStrike" u="none">
              <a:solidFill>
                <a:srgbClr val="ffffff"/>
              </a:solidFill>
              <a:effectLst/>
              <a:uFillTx/>
              <a:latin typeface="Arial"/>
            </a:endParaRPr>
          </a:p>
          <a:p>
            <a:pPr marL="864000" indent="0">
              <a:lnSpc>
                <a:spcPct val="100000"/>
              </a:lnSpc>
              <a:spcBef>
                <a:spcPts val="431"/>
              </a:spcBef>
              <a:buNone/>
              <a:tabLst>
                <a:tab algn="l" pos="0"/>
              </a:tabLst>
            </a:pPr>
            <a:r>
              <a:rPr b="0" lang="en-US" sz="1300" strike="noStrike" u="none">
                <a:solidFill>
                  <a:srgbClr val="ffffff"/>
                </a:solidFill>
                <a:effectLst/>
                <a:uFillTx/>
                <a:latin typeface="Arial"/>
              </a:rPr>
              <a:t>Water</a:t>
            </a:r>
            <a:endParaRPr b="0" lang="en-US" sz="1300" strike="noStrike" u="none">
              <a:solidFill>
                <a:srgbClr val="ffffff"/>
              </a:solidFill>
              <a:effectLst/>
              <a:uFillTx/>
              <a:latin typeface="Arial"/>
            </a:endParaRPr>
          </a:p>
          <a:p>
            <a:pPr marL="864000" indent="0">
              <a:lnSpc>
                <a:spcPct val="100000"/>
              </a:lnSpc>
              <a:spcBef>
                <a:spcPts val="289"/>
              </a:spcBef>
              <a:buNone/>
              <a:tabLst>
                <a:tab algn="l" pos="0"/>
              </a:tabLst>
            </a:pPr>
            <a:r>
              <a:rPr b="0" lang="en-US" sz="1300" strike="noStrike" u="none">
                <a:solidFill>
                  <a:srgbClr val="ffffff"/>
                </a:solidFill>
                <a:effectLst/>
                <a:uFillTx/>
                <a:latin typeface="Arial"/>
              </a:rPr>
              <a:t>Mountain</a:t>
            </a:r>
            <a:endParaRPr b="0" lang="en-US" sz="1300" strike="noStrike" u="none">
              <a:solidFill>
                <a:srgbClr val="ffffff"/>
              </a:solidFill>
              <a:effectLst/>
              <a:uFillTx/>
              <a:latin typeface="Arial"/>
            </a:endParaRPr>
          </a:p>
          <a:p>
            <a:pPr marL="864000" indent="0">
              <a:lnSpc>
                <a:spcPct val="100000"/>
              </a:lnSpc>
              <a:spcBef>
                <a:spcPts val="289"/>
              </a:spcBef>
              <a:buNone/>
              <a:tabLst>
                <a:tab algn="l" pos="0"/>
              </a:tabLst>
            </a:pPr>
            <a:r>
              <a:rPr b="0" lang="en-US" sz="1300" strike="noStrike" u="none">
                <a:solidFill>
                  <a:srgbClr val="ffffff"/>
                </a:solidFill>
                <a:effectLst/>
                <a:uFillTx/>
                <a:latin typeface="Arial"/>
              </a:rPr>
              <a:t>Forest</a:t>
            </a:r>
            <a:endParaRPr b="0" lang="en-US" sz="1300" strike="noStrike" u="none">
              <a:solidFill>
                <a:srgbClr val="ffffff"/>
              </a:solidFill>
              <a:effectLst/>
              <a:uFillTx/>
              <a:latin typeface="Arial"/>
            </a:endParaRPr>
          </a:p>
          <a:p>
            <a:pPr marL="864000" indent="0">
              <a:lnSpc>
                <a:spcPct val="100000"/>
              </a:lnSpc>
              <a:spcBef>
                <a:spcPts val="289"/>
              </a:spcBef>
              <a:buNone/>
              <a:tabLst>
                <a:tab algn="l" pos="0"/>
              </a:tabLst>
            </a:pPr>
            <a:r>
              <a:rPr b="0" lang="en-US" sz="1300" strike="noStrike" u="none">
                <a:solidFill>
                  <a:srgbClr val="ffffff"/>
                </a:solidFill>
                <a:effectLst/>
                <a:uFillTx/>
                <a:latin typeface="Arial"/>
              </a:rPr>
              <a:t>Field</a:t>
            </a:r>
            <a:endParaRPr b="0" lang="en-US" sz="1300" strike="noStrike" u="none">
              <a:solidFill>
                <a:srgbClr val="ffffff"/>
              </a:solidFill>
              <a:effectLst/>
              <a:uFillTx/>
              <a:latin typeface="Arial"/>
            </a:endParaRPr>
          </a:p>
          <a:p>
            <a:pPr marL="864000" indent="0">
              <a:lnSpc>
                <a:spcPct val="100000"/>
              </a:lnSpc>
              <a:spcBef>
                <a:spcPts val="289"/>
              </a:spcBef>
              <a:buNone/>
              <a:tabLst>
                <a:tab algn="l" pos="0"/>
              </a:tabLst>
            </a:pPr>
            <a:r>
              <a:rPr b="0" lang="en-US" sz="1300" strike="noStrike" u="none">
                <a:solidFill>
                  <a:srgbClr val="ffffff"/>
                </a:solidFill>
                <a:effectLst/>
                <a:uFillTx/>
                <a:latin typeface="Arial"/>
              </a:rPr>
              <a:t>Clearing</a:t>
            </a:r>
            <a:endParaRPr b="0" lang="en-US" sz="1300" strike="noStrike" u="none">
              <a:solidFill>
                <a:srgbClr val="ffffff"/>
              </a:solidFill>
              <a:effectLst/>
              <a:uFillTx/>
              <a:latin typeface="Arial"/>
            </a:endParaRPr>
          </a:p>
          <a:p>
            <a:pPr marL="864000" indent="0">
              <a:lnSpc>
                <a:spcPct val="100000"/>
              </a:lnSpc>
              <a:spcBef>
                <a:spcPts val="289"/>
              </a:spcBef>
              <a:buNone/>
              <a:tabLst>
                <a:tab algn="l" pos="0"/>
              </a:tabLst>
            </a:pPr>
            <a:r>
              <a:rPr b="0" lang="en-US" sz="1300" strike="noStrike" u="none">
                <a:solidFill>
                  <a:srgbClr val="ffffff"/>
                </a:solidFill>
                <a:effectLst/>
                <a:uFillTx/>
                <a:latin typeface="Arial"/>
              </a:rPr>
              <a:t>Path</a:t>
            </a:r>
            <a:endParaRPr b="0" lang="en-US" sz="1300" strike="noStrike" u="none">
              <a:solidFill>
                <a:srgbClr val="ffffff"/>
              </a:solidFill>
              <a:effectLst/>
              <a:uFillTx/>
              <a:latin typeface="Arial"/>
            </a:endParaRPr>
          </a:p>
          <a:p>
            <a:pPr marL="864000" indent="0">
              <a:lnSpc>
                <a:spcPct val="100000"/>
              </a:lnSpc>
              <a:spcBef>
                <a:spcPts val="289"/>
              </a:spcBef>
              <a:buNone/>
              <a:tabLst>
                <a:tab algn="l" pos="0"/>
              </a:tabLst>
            </a:pPr>
            <a:r>
              <a:rPr b="0" lang="en-US" sz="1300" strike="noStrike" u="none">
                <a:solidFill>
                  <a:srgbClr val="ffffff"/>
                </a:solidFill>
                <a:effectLst/>
                <a:uFillTx/>
                <a:latin typeface="Arial"/>
              </a:rPr>
              <a:t>Market</a:t>
            </a:r>
            <a:endParaRPr b="0" lang="en-US" sz="1300" strike="noStrike" u="none">
              <a:solidFill>
                <a:srgbClr val="ffffff"/>
              </a:solidFill>
              <a:effectLst/>
              <a:uFillTx/>
              <a:latin typeface="Arial"/>
            </a:endParaRPr>
          </a:p>
          <a:p>
            <a:pPr marL="864000" indent="0">
              <a:lnSpc>
                <a:spcPct val="100000"/>
              </a:lnSpc>
              <a:spcBef>
                <a:spcPts val="289"/>
              </a:spcBef>
              <a:buNone/>
              <a:tabLst>
                <a:tab algn="l" pos="0"/>
              </a:tabLst>
            </a:pPr>
            <a:r>
              <a:rPr b="0" lang="en-US" sz="1300" strike="noStrike" u="none">
                <a:solidFill>
                  <a:srgbClr val="ffffff"/>
                </a:solidFill>
                <a:effectLst/>
                <a:uFillTx/>
                <a:latin typeface="Arial"/>
              </a:rPr>
              <a:t>Farmhouse</a:t>
            </a:r>
            <a:endParaRPr b="0" lang="en-US" sz="1300" strike="noStrike" u="none">
              <a:solidFill>
                <a:srgbClr val="ffffff"/>
              </a:solidFill>
              <a:effectLst/>
              <a:uFillTx/>
              <a:latin typeface="Arial"/>
            </a:endParaRPr>
          </a:p>
          <a:p>
            <a:pPr marL="864000" indent="0">
              <a:lnSpc>
                <a:spcPct val="100000"/>
              </a:lnSpc>
              <a:spcBef>
                <a:spcPts val="289"/>
              </a:spcBef>
              <a:buNone/>
              <a:tabLst>
                <a:tab algn="l" pos="0"/>
              </a:tabLst>
            </a:pPr>
            <a:r>
              <a:rPr b="0" lang="en-US" sz="1300" strike="noStrike" u="none">
                <a:solidFill>
                  <a:srgbClr val="ffffff"/>
                </a:solidFill>
                <a:effectLst/>
                <a:uFillTx/>
                <a:latin typeface="Arial"/>
              </a:rPr>
              <a:t>Church</a:t>
            </a:r>
            <a:endParaRPr b="0" lang="en-US" sz="1300" strike="noStrike" u="none">
              <a:solidFill>
                <a:srgbClr val="ffffff"/>
              </a:solidFill>
              <a:effectLst/>
              <a:uFillTx/>
              <a:latin typeface="Arial"/>
            </a:endParaRPr>
          </a:p>
          <a:p>
            <a:pPr marL="864000" indent="0">
              <a:lnSpc>
                <a:spcPct val="100000"/>
              </a:lnSpc>
              <a:spcBef>
                <a:spcPts val="289"/>
              </a:spcBef>
              <a:buNone/>
              <a:tabLst>
                <a:tab algn="l" pos="0"/>
              </a:tabLst>
            </a:pPr>
            <a:r>
              <a:rPr b="0" lang="en-US" sz="1300" strike="noStrike" u="none">
                <a:solidFill>
                  <a:srgbClr val="ffffff"/>
                </a:solidFill>
                <a:effectLst/>
                <a:uFillTx/>
                <a:latin typeface="Arial"/>
              </a:rPr>
              <a:t>Well</a:t>
            </a:r>
            <a:endParaRPr b="0" lang="en-US" sz="1300" strike="noStrike" u="none">
              <a:solidFill>
                <a:srgbClr val="ffffff"/>
              </a:solidFill>
              <a:effectLst/>
              <a:uFillTx/>
              <a:latin typeface="Arial"/>
            </a:endParaRPr>
          </a:p>
          <a:p>
            <a:pPr marL="864000" indent="0">
              <a:lnSpc>
                <a:spcPct val="100000"/>
              </a:lnSpc>
              <a:spcBef>
                <a:spcPts val="289"/>
              </a:spcBef>
              <a:buNone/>
              <a:tabLst>
                <a:tab algn="l" pos="0"/>
              </a:tabLst>
            </a:pPr>
            <a:r>
              <a:rPr b="0" lang="en-US" sz="1300" strike="noStrike" u="none">
                <a:solidFill>
                  <a:srgbClr val="ffffff"/>
                </a:solidFill>
                <a:effectLst/>
                <a:uFillTx/>
                <a:latin typeface="Arial"/>
              </a:rPr>
              <a:t>Mill</a:t>
            </a:r>
            <a:endParaRPr b="0" lang="en-US" sz="1300" strike="noStrike" u="none">
              <a:solidFill>
                <a:srgbClr val="ffffff"/>
              </a:solidFill>
              <a:effectLst/>
              <a:uFillTx/>
              <a:latin typeface="Arial"/>
            </a:endParaRPr>
          </a:p>
          <a:p>
            <a:pPr marL="864000" indent="0">
              <a:lnSpc>
                <a:spcPct val="100000"/>
              </a:lnSpc>
              <a:spcBef>
                <a:spcPts val="289"/>
              </a:spcBef>
              <a:buNone/>
              <a:tabLst>
                <a:tab algn="l" pos="0"/>
              </a:tabLst>
            </a:pPr>
            <a:r>
              <a:rPr b="0" lang="en-US" sz="1300" strike="noStrike" u="none">
                <a:solidFill>
                  <a:srgbClr val="ffffff"/>
                </a:solidFill>
                <a:effectLst/>
                <a:uFillTx/>
                <a:latin typeface="Arial"/>
              </a:rPr>
              <a:t>Hoe</a:t>
            </a:r>
            <a:endParaRPr b="0" lang="en-US" sz="1300" strike="noStrike" u="none">
              <a:solidFill>
                <a:srgbClr val="ffffff"/>
              </a:solidFill>
              <a:effectLst/>
              <a:uFillTx/>
              <a:latin typeface="Arial"/>
            </a:endParaRPr>
          </a:p>
          <a:p>
            <a:pPr marL="864000" indent="0">
              <a:lnSpc>
                <a:spcPct val="100000"/>
              </a:lnSpc>
              <a:spcBef>
                <a:spcPts val="289"/>
              </a:spcBef>
              <a:buNone/>
              <a:tabLst>
                <a:tab algn="l" pos="0"/>
              </a:tabLst>
            </a:pPr>
            <a:r>
              <a:rPr b="0" lang="en-US" sz="1300" strike="noStrike" u="none">
                <a:solidFill>
                  <a:srgbClr val="ffffff"/>
                </a:solidFill>
                <a:effectLst/>
                <a:uFillTx/>
                <a:latin typeface="Arial"/>
              </a:rPr>
              <a:t>Plow</a:t>
            </a:r>
            <a:endParaRPr b="0" lang="en-US" sz="1300" strike="noStrike" u="none">
              <a:solidFill>
                <a:srgbClr val="ffffff"/>
              </a:solidFill>
              <a:effectLst/>
              <a:uFillTx/>
              <a:latin typeface="Arial"/>
            </a:endParaRPr>
          </a:p>
          <a:p>
            <a:pPr marL="864000" indent="0">
              <a:lnSpc>
                <a:spcPct val="100000"/>
              </a:lnSpc>
              <a:spcBef>
                <a:spcPts val="289"/>
              </a:spcBef>
              <a:buNone/>
              <a:tabLst>
                <a:tab algn="l" pos="0"/>
              </a:tabLst>
            </a:pPr>
            <a:r>
              <a:rPr b="0" lang="en-US" sz="1300" strike="noStrike" u="none">
                <a:solidFill>
                  <a:srgbClr val="ffffff"/>
                </a:solidFill>
                <a:effectLst/>
                <a:uFillTx/>
                <a:latin typeface="Arial"/>
              </a:rPr>
              <a:t> </a:t>
            </a:r>
            <a:endParaRPr b="0" lang="en-US" sz="1300" strike="noStrike" u="none">
              <a:solidFill>
                <a:srgbClr val="ffffff"/>
              </a:solidFill>
              <a:effectLst/>
              <a:uFillTx/>
              <a:latin typeface="Arial"/>
            </a:endParaRPr>
          </a:p>
        </p:txBody>
      </p:sp>
      <p:sp>
        <p:nvSpPr>
          <p:cNvPr id="76" name=""/>
          <p:cNvSpPr/>
          <p:nvPr/>
        </p:nvSpPr>
        <p:spPr>
          <a:xfrm>
            <a:off x="4703760" y="1156320"/>
            <a:ext cx="1742040" cy="3411360"/>
          </a:xfrm>
          <a:prstGeom prst="rect">
            <a:avLst/>
          </a:prstGeom>
          <a:noFill/>
          <a:ln w="0">
            <a:noFill/>
          </a:ln>
        </p:spPr>
        <p:style>
          <a:lnRef idx="0"/>
          <a:fillRef idx="0"/>
          <a:effectRef idx="0"/>
          <a:fontRef idx="minor"/>
        </p:style>
        <p:txBody>
          <a:bodyPr lIns="0" rIns="0" tIns="0" bIns="0" anchor="t">
            <a:normAutofit/>
          </a:bodyPr>
          <a:p>
            <a:pPr marL="432000" indent="-324000">
              <a:lnSpc>
                <a:spcPct val="100000"/>
              </a:lnSpc>
              <a:spcBef>
                <a:spcPts val="1440"/>
              </a:spcBef>
              <a:spcAft>
                <a:spcPts val="431"/>
              </a:spcAft>
              <a:buClr>
                <a:srgbClr val="ffffff"/>
              </a:buClr>
              <a:buSzPct val="45000"/>
              <a:buFont typeface="Wingdings" charset="2"/>
              <a:buChar char=""/>
            </a:pPr>
            <a:r>
              <a:rPr b="0" lang="en-US" sz="1800" strike="noStrike" u="none">
                <a:solidFill>
                  <a:srgbClr val="ffffff"/>
                </a:solidFill>
                <a:effectLst/>
                <a:uFillTx/>
                <a:latin typeface="Arial"/>
              </a:rPr>
              <a:t>        </a:t>
            </a:r>
            <a:r>
              <a:rPr b="1" lang="en-US" sz="1800" strike="noStrike" u="sng">
                <a:solidFill>
                  <a:srgbClr val="ffffff"/>
                </a:solidFill>
                <a:effectLst/>
                <a:uFillTx/>
                <a:latin typeface="Arial"/>
              </a:rPr>
              <a:t>Verbs</a:t>
            </a:r>
            <a:endParaRPr b="0" lang="en-US" sz="1800" strike="noStrike" u="none">
              <a:solidFill>
                <a:srgbClr val="ffffff"/>
              </a:solidFill>
              <a:effectLst/>
              <a:uFillTx/>
              <a:latin typeface="Arial"/>
            </a:endParaRPr>
          </a:p>
          <a:p>
            <a:pPr lvl="2" marL="648000" indent="-216000">
              <a:lnSpc>
                <a:spcPct val="100000"/>
              </a:lnSpc>
              <a:spcBef>
                <a:spcPts val="71"/>
              </a:spcBef>
              <a:spcAft>
                <a:spcPts val="145"/>
              </a:spcAft>
              <a:buClr>
                <a:srgbClr val="ffffff"/>
              </a:buClr>
              <a:buSzPct val="45000"/>
              <a:buFont typeface="Wingdings" charset="2"/>
              <a:buChar char=""/>
            </a:pPr>
            <a:r>
              <a:rPr b="0" lang="en-US" sz="1400" strike="noStrike" u="none">
                <a:solidFill>
                  <a:srgbClr val="ffffff"/>
                </a:solidFill>
                <a:effectLst/>
                <a:uFillTx/>
                <a:latin typeface="Arial"/>
              </a:rPr>
              <a:t>Move</a:t>
            </a:r>
            <a:endParaRPr b="0" lang="en-US" sz="1400" strike="noStrike" u="none">
              <a:solidFill>
                <a:srgbClr val="ffffff"/>
              </a:solidFill>
              <a:effectLst/>
              <a:uFillTx/>
              <a:latin typeface="Arial"/>
            </a:endParaRPr>
          </a:p>
          <a:p>
            <a:pPr lvl="2" marL="648000" indent="-216000">
              <a:lnSpc>
                <a:spcPct val="100000"/>
              </a:lnSpc>
              <a:spcBef>
                <a:spcPts val="71"/>
              </a:spcBef>
              <a:spcAft>
                <a:spcPts val="145"/>
              </a:spcAft>
              <a:buClr>
                <a:srgbClr val="ffffff"/>
              </a:buClr>
              <a:buSzPct val="45000"/>
              <a:buFont typeface="Wingdings" charset="2"/>
              <a:buChar char=""/>
            </a:pPr>
            <a:r>
              <a:rPr b="0" lang="en-US" sz="1400" strike="noStrike" u="none">
                <a:solidFill>
                  <a:srgbClr val="ffffff"/>
                </a:solidFill>
                <a:effectLst/>
                <a:uFillTx/>
                <a:latin typeface="Arial"/>
              </a:rPr>
              <a:t>Say</a:t>
            </a:r>
            <a:endParaRPr b="0" lang="en-US" sz="1400" strike="noStrike" u="none">
              <a:solidFill>
                <a:srgbClr val="ffffff"/>
              </a:solidFill>
              <a:effectLst/>
              <a:uFillTx/>
              <a:latin typeface="Arial"/>
            </a:endParaRPr>
          </a:p>
          <a:p>
            <a:pPr lvl="2" marL="648000" indent="-216000">
              <a:lnSpc>
                <a:spcPct val="100000"/>
              </a:lnSpc>
              <a:spcBef>
                <a:spcPts val="71"/>
              </a:spcBef>
              <a:spcAft>
                <a:spcPts val="145"/>
              </a:spcAft>
              <a:buClr>
                <a:srgbClr val="ffffff"/>
              </a:buClr>
              <a:buSzPct val="45000"/>
              <a:buFont typeface="Wingdings" charset="2"/>
              <a:buChar char=""/>
            </a:pPr>
            <a:r>
              <a:rPr b="0" lang="en-US" sz="1400" strike="noStrike" u="none">
                <a:solidFill>
                  <a:srgbClr val="ffffff"/>
                </a:solidFill>
                <a:effectLst/>
                <a:uFillTx/>
                <a:latin typeface="Arial"/>
              </a:rPr>
              <a:t>Think</a:t>
            </a:r>
            <a:endParaRPr b="0" lang="en-US" sz="1400" strike="noStrike" u="none">
              <a:solidFill>
                <a:srgbClr val="ffffff"/>
              </a:solidFill>
              <a:effectLst/>
              <a:uFillTx/>
              <a:latin typeface="Arial"/>
            </a:endParaRPr>
          </a:p>
          <a:p>
            <a:pPr lvl="2" marL="648000" indent="-216000">
              <a:lnSpc>
                <a:spcPct val="100000"/>
              </a:lnSpc>
              <a:spcBef>
                <a:spcPts val="71"/>
              </a:spcBef>
              <a:spcAft>
                <a:spcPts val="145"/>
              </a:spcAft>
              <a:buClr>
                <a:srgbClr val="ffffff"/>
              </a:buClr>
              <a:buSzPct val="45000"/>
              <a:buFont typeface="Wingdings" charset="2"/>
              <a:buChar char=""/>
            </a:pPr>
            <a:r>
              <a:rPr b="0" lang="en-US" sz="1400" strike="noStrike" u="none">
                <a:solidFill>
                  <a:srgbClr val="ffffff"/>
                </a:solidFill>
                <a:effectLst/>
                <a:uFillTx/>
                <a:latin typeface="Arial"/>
              </a:rPr>
              <a:t>Take</a:t>
            </a:r>
            <a:endParaRPr b="0" lang="en-US" sz="1400" strike="noStrike" u="none">
              <a:solidFill>
                <a:srgbClr val="ffffff"/>
              </a:solidFill>
              <a:effectLst/>
              <a:uFillTx/>
              <a:latin typeface="Arial"/>
            </a:endParaRPr>
          </a:p>
          <a:p>
            <a:pPr lvl="2" marL="648000" indent="-216000">
              <a:lnSpc>
                <a:spcPct val="100000"/>
              </a:lnSpc>
              <a:spcBef>
                <a:spcPts val="71"/>
              </a:spcBef>
              <a:spcAft>
                <a:spcPts val="145"/>
              </a:spcAft>
              <a:buClr>
                <a:srgbClr val="ffffff"/>
              </a:buClr>
              <a:buSzPct val="45000"/>
              <a:buFont typeface="Wingdings" charset="2"/>
              <a:buChar char=""/>
            </a:pPr>
            <a:r>
              <a:rPr b="0" lang="en-US" sz="1400" strike="noStrike" u="none">
                <a:solidFill>
                  <a:srgbClr val="ffffff"/>
                </a:solidFill>
                <a:effectLst/>
                <a:uFillTx/>
                <a:latin typeface="Arial"/>
              </a:rPr>
              <a:t>Place</a:t>
            </a:r>
            <a:endParaRPr b="0" lang="en-US" sz="1400" strike="noStrike" u="none">
              <a:solidFill>
                <a:srgbClr val="ffffff"/>
              </a:solidFill>
              <a:effectLst/>
              <a:uFillTx/>
              <a:latin typeface="Arial"/>
            </a:endParaRPr>
          </a:p>
          <a:p>
            <a:pPr lvl="2" marL="648000" indent="-216000">
              <a:lnSpc>
                <a:spcPct val="100000"/>
              </a:lnSpc>
              <a:spcBef>
                <a:spcPts val="71"/>
              </a:spcBef>
              <a:spcAft>
                <a:spcPts val="145"/>
              </a:spcAft>
              <a:buClr>
                <a:srgbClr val="ffffff"/>
              </a:buClr>
              <a:buSzPct val="45000"/>
              <a:buFont typeface="Wingdings" charset="2"/>
              <a:buChar char=""/>
            </a:pPr>
            <a:r>
              <a:rPr b="0" lang="en-US" sz="1400" strike="noStrike" u="none">
                <a:solidFill>
                  <a:srgbClr val="ffffff"/>
                </a:solidFill>
                <a:effectLst/>
                <a:uFillTx/>
                <a:latin typeface="Arial"/>
              </a:rPr>
              <a:t>Wait</a:t>
            </a:r>
            <a:endParaRPr b="0" lang="en-US" sz="1400" strike="noStrike" u="none">
              <a:solidFill>
                <a:srgbClr val="ffffff"/>
              </a:solidFill>
              <a:effectLst/>
              <a:uFillTx/>
              <a:latin typeface="Arial"/>
            </a:endParaRPr>
          </a:p>
          <a:p>
            <a:pPr lvl="2" marL="648000" indent="-216000">
              <a:lnSpc>
                <a:spcPct val="100000"/>
              </a:lnSpc>
              <a:spcBef>
                <a:spcPts val="71"/>
              </a:spcBef>
              <a:spcAft>
                <a:spcPts val="145"/>
              </a:spcAft>
              <a:buClr>
                <a:srgbClr val="ffffff"/>
              </a:buClr>
              <a:buSzPct val="45000"/>
              <a:buFont typeface="Wingdings" charset="2"/>
              <a:buChar char=""/>
            </a:pPr>
            <a:r>
              <a:rPr b="0" lang="en-US" sz="1400" strike="noStrike" u="none">
                <a:solidFill>
                  <a:srgbClr val="ffffff"/>
                </a:solidFill>
                <a:effectLst/>
                <a:uFillTx/>
                <a:latin typeface="Arial"/>
              </a:rPr>
              <a:t>Inspect</a:t>
            </a:r>
            <a:endParaRPr b="0" lang="en-US" sz="1400" strike="noStrike" u="none">
              <a:solidFill>
                <a:srgbClr val="ffffff"/>
              </a:solidFill>
              <a:effectLst/>
              <a:uFillTx/>
              <a:latin typeface="Arial"/>
            </a:endParaRPr>
          </a:p>
          <a:p>
            <a:pPr lvl="2" marL="648000" indent="-216000">
              <a:lnSpc>
                <a:spcPct val="100000"/>
              </a:lnSpc>
              <a:spcBef>
                <a:spcPts val="71"/>
              </a:spcBef>
              <a:spcAft>
                <a:spcPts val="145"/>
              </a:spcAft>
              <a:buClr>
                <a:srgbClr val="ffffff"/>
              </a:buClr>
              <a:buSzPct val="45000"/>
              <a:buFont typeface="Wingdings" charset="2"/>
              <a:buChar char=""/>
            </a:pPr>
            <a:r>
              <a:rPr b="0" lang="en-US" sz="1400" strike="noStrike" u="none">
                <a:solidFill>
                  <a:srgbClr val="ffffff"/>
                </a:solidFill>
                <a:effectLst/>
                <a:uFillTx/>
                <a:latin typeface="Arial"/>
              </a:rPr>
              <a:t>Use</a:t>
            </a:r>
            <a:endParaRPr b="0" lang="en-US" sz="1400" strike="noStrike" u="none">
              <a:solidFill>
                <a:srgbClr val="ffffff"/>
              </a:solidFill>
              <a:effectLst/>
              <a:uFillTx/>
              <a:latin typeface="Arial"/>
            </a:endParaRPr>
          </a:p>
          <a:p>
            <a:pPr lvl="2" marL="648000" indent="-216000">
              <a:lnSpc>
                <a:spcPct val="100000"/>
              </a:lnSpc>
              <a:spcBef>
                <a:spcPts val="71"/>
              </a:spcBef>
              <a:spcAft>
                <a:spcPts val="145"/>
              </a:spcAft>
              <a:buClr>
                <a:srgbClr val="ffffff"/>
              </a:buClr>
              <a:buSzPct val="45000"/>
              <a:buFont typeface="Wingdings" charset="2"/>
              <a:buChar char=""/>
            </a:pPr>
            <a:r>
              <a:rPr b="0" lang="en-US" sz="1400" strike="noStrike" u="none">
                <a:solidFill>
                  <a:srgbClr val="ffffff"/>
                </a:solidFill>
                <a:effectLst/>
                <a:uFillTx/>
                <a:latin typeface="Arial"/>
              </a:rPr>
              <a:t>Scan</a:t>
            </a:r>
            <a:endParaRPr b="0" lang="en-US" sz="1400" strike="noStrike" u="none">
              <a:solidFill>
                <a:srgbClr val="ffffff"/>
              </a:solidFill>
              <a:effectLst/>
              <a:uFillTx/>
              <a:latin typeface="Arial"/>
            </a:endParaRPr>
          </a:p>
        </p:txBody>
      </p:sp>
      <p:sp>
        <p:nvSpPr>
          <p:cNvPr id="77" name=""/>
          <p:cNvSpPr/>
          <p:nvPr/>
        </p:nvSpPr>
        <p:spPr>
          <a:xfrm>
            <a:off x="6377400" y="1454760"/>
            <a:ext cx="1958760" cy="34142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400" strike="noStrike" u="none">
                <a:solidFill>
                  <a:srgbClr val="ffffff"/>
                </a:solidFill>
                <a:effectLst/>
                <a:uFillTx/>
                <a:latin typeface="Arial"/>
              </a:rPr>
              <a:t>While</a:t>
            </a:r>
            <a:endParaRPr b="0" lang="en-US" sz="1400" strike="noStrike" u="none">
              <a:solidFill>
                <a:srgbClr val="ffffff"/>
              </a:solidFill>
              <a:effectLst/>
              <a:uFillTx/>
              <a:latin typeface="Arial"/>
            </a:endParaRPr>
          </a:p>
          <a:p>
            <a:pPr>
              <a:lnSpc>
                <a:spcPct val="100000"/>
              </a:lnSpc>
            </a:pPr>
            <a:r>
              <a:rPr b="0" lang="en-US" sz="1400" strike="noStrike" u="none">
                <a:solidFill>
                  <a:srgbClr val="ffffff"/>
                </a:solidFill>
                <a:effectLst/>
                <a:uFillTx/>
                <a:latin typeface="Arial"/>
              </a:rPr>
              <a:t>If</a:t>
            </a:r>
            <a:endParaRPr b="0" lang="en-US" sz="1400" strike="noStrike" u="none">
              <a:solidFill>
                <a:srgbClr val="ffffff"/>
              </a:solidFill>
              <a:effectLst/>
              <a:uFillTx/>
              <a:latin typeface="Arial"/>
            </a:endParaRPr>
          </a:p>
          <a:p>
            <a:pPr>
              <a:lnSpc>
                <a:spcPct val="100000"/>
              </a:lnSpc>
            </a:pPr>
            <a:r>
              <a:rPr b="0" lang="en-US" sz="1400" strike="noStrike" u="none">
                <a:solidFill>
                  <a:srgbClr val="ffffff"/>
                </a:solidFill>
                <a:effectLst/>
                <a:uFillTx/>
                <a:latin typeface="Arial"/>
              </a:rPr>
              <a:t>Bound</a:t>
            </a:r>
            <a:endParaRPr b="0" lang="en-US" sz="1400" strike="noStrike" u="none">
              <a:solidFill>
                <a:srgbClr val="ffffff"/>
              </a:solidFill>
              <a:effectLst/>
              <a:uFillTx/>
              <a:latin typeface="Arial"/>
            </a:endParaRPr>
          </a:p>
          <a:p>
            <a:pPr>
              <a:lnSpc>
                <a:spcPct val="100000"/>
              </a:lnSpc>
            </a:pPr>
            <a:r>
              <a:rPr b="0" lang="en-US" sz="1400" strike="noStrike" u="none">
                <a:solidFill>
                  <a:srgbClr val="ffffff"/>
                </a:solidFill>
                <a:effectLst/>
                <a:uFillTx/>
                <a:latin typeface="Arial"/>
              </a:rPr>
              <a:t>Near</a:t>
            </a:r>
            <a:endParaRPr b="0" lang="en-US" sz="1400" strike="noStrike" u="none">
              <a:solidFill>
                <a:srgbClr val="ffffff"/>
              </a:solidFill>
              <a:effectLst/>
              <a:uFillTx/>
              <a:latin typeface="Arial"/>
            </a:endParaRPr>
          </a:p>
          <a:p>
            <a:pPr>
              <a:lnSpc>
                <a:spcPct val="100000"/>
              </a:lnSpc>
            </a:pPr>
            <a:r>
              <a:rPr b="0" lang="en-US" sz="1400" strike="noStrike" u="none">
                <a:solidFill>
                  <a:srgbClr val="ffffff"/>
                </a:solidFill>
                <a:effectLst/>
                <a:uFillTx/>
                <a:latin typeface="Arial"/>
              </a:rPr>
              <a:t>NotNear</a:t>
            </a:r>
            <a:endParaRPr b="0" lang="en-US" sz="1400" strike="noStrike" u="none">
              <a:solidFill>
                <a:srgbClr val="ffffff"/>
              </a:solidFill>
              <a:effectLst/>
              <a:uFillTx/>
              <a:latin typeface="Arial"/>
            </a:endParaRPr>
          </a:p>
          <a:p>
            <a:pPr>
              <a:lnSpc>
                <a:spcPct val="100000"/>
              </a:lnSpc>
            </a:pPr>
            <a:r>
              <a:rPr b="0" lang="en-US" sz="1400" strike="noStrike" u="none">
                <a:solidFill>
                  <a:srgbClr val="ffffff"/>
                </a:solidFill>
                <a:effectLst/>
                <a:uFillTx/>
                <a:latin typeface="Arial"/>
              </a:rPr>
              <a:t>Can_see</a:t>
            </a:r>
            <a:endParaRPr b="0" lang="en-US" sz="1400" strike="noStrike" u="none">
              <a:solidFill>
                <a:srgbClr val="ffffff"/>
              </a:solidFill>
              <a:effectLst/>
              <a:uFillTx/>
              <a:latin typeface="Arial"/>
            </a:endParaRPr>
          </a:p>
          <a:p>
            <a:pPr>
              <a:lnSpc>
                <a:spcPct val="100000"/>
              </a:lnSpc>
            </a:pPr>
            <a:r>
              <a:rPr b="0" lang="en-US" sz="1400" strike="noStrike" u="none">
                <a:solidFill>
                  <a:srgbClr val="ffffff"/>
                </a:solidFill>
                <a:effectLst/>
                <a:uFillTx/>
                <a:latin typeface="Arial"/>
              </a:rPr>
              <a:t>Cant_see</a:t>
            </a:r>
            <a:endParaRPr b="0" lang="en-US" sz="1400" strike="noStrike" u="none">
              <a:solidFill>
                <a:srgbClr val="ffffff"/>
              </a:solidFill>
              <a:effectLst/>
              <a:uFillTx/>
              <a:latin typeface="Arial"/>
            </a:endParaRPr>
          </a:p>
          <a:p>
            <a:pPr>
              <a:lnSpc>
                <a:spcPct val="100000"/>
              </a:lnSpc>
            </a:pPr>
            <a:r>
              <a:rPr b="0" lang="en-US" sz="1400" strike="noStrike" u="none">
                <a:solidFill>
                  <a:srgbClr val="ffffff"/>
                </a:solidFill>
                <a:effectLst/>
                <a:uFillTx/>
                <a:latin typeface="Arial"/>
              </a:rPr>
              <a:t>Has_item</a:t>
            </a:r>
            <a:endParaRPr b="0" lang="en-US" sz="1400" strike="noStrike" u="none">
              <a:solidFill>
                <a:srgbClr val="ffffff"/>
              </a:solidFill>
              <a:effectLst/>
              <a:uFillTx/>
              <a:latin typeface="Arial"/>
            </a:endParaRPr>
          </a:p>
          <a:p>
            <a:pPr>
              <a:lnSpc>
                <a:spcPct val="100000"/>
              </a:lnSpc>
            </a:pPr>
            <a:r>
              <a:rPr b="0" lang="en-US" sz="1400" strike="noStrike" u="none">
                <a:solidFill>
                  <a:srgbClr val="ffffff"/>
                </a:solidFill>
                <a:effectLst/>
                <a:uFillTx/>
                <a:latin typeface="Arial"/>
              </a:rPr>
              <a:t>Hasnt_item</a:t>
            </a:r>
            <a:endParaRPr b="0" lang="en-US" sz="1400" strike="noStrike" u="none">
              <a:solidFill>
                <a:srgbClr val="ffffff"/>
              </a:solidFill>
              <a:effectLst/>
              <a:uFillTx/>
              <a:latin typeface="Arial"/>
            </a:endParaRPr>
          </a:p>
          <a:p>
            <a:pPr>
              <a:lnSpc>
                <a:spcPct val="100000"/>
              </a:lnSpc>
            </a:pPr>
            <a:r>
              <a:rPr b="0" lang="en-US" sz="1400" strike="noStrike" u="none">
                <a:solidFill>
                  <a:srgbClr val="ffffff"/>
                </a:solidFill>
                <a:effectLst/>
                <a:uFillTx/>
                <a:latin typeface="Arial"/>
              </a:rPr>
              <a:t>At_location</a:t>
            </a:r>
            <a:endParaRPr b="0" lang="en-US" sz="1400" strike="noStrike" u="none">
              <a:solidFill>
                <a:srgbClr val="ffffff"/>
              </a:solidFill>
              <a:effectLst/>
              <a:uFillTx/>
              <a:latin typeface="Arial"/>
            </a:endParaRPr>
          </a:p>
          <a:p>
            <a:pPr>
              <a:lnSpc>
                <a:spcPct val="100000"/>
              </a:lnSpc>
            </a:pPr>
            <a:r>
              <a:rPr b="0" lang="en-US" sz="1400" strike="noStrike" u="none">
                <a:solidFill>
                  <a:srgbClr val="ffffff"/>
                </a:solidFill>
                <a:effectLst/>
                <a:uFillTx/>
                <a:latin typeface="Arial"/>
              </a:rPr>
              <a:t>Notat_location</a:t>
            </a:r>
            <a:endParaRPr b="0" lang="en-US" sz="1400" strike="noStrike" u="none">
              <a:solidFill>
                <a:srgbClr val="ffffff"/>
              </a:solidFill>
              <a:effectLst/>
              <a:uFillTx/>
              <a:latin typeface="Arial"/>
            </a:endParaRPr>
          </a:p>
          <a:p>
            <a:pPr>
              <a:lnSpc>
                <a:spcPct val="100000"/>
              </a:lnSpc>
            </a:pPr>
            <a:r>
              <a:rPr b="0" lang="en-US" sz="1400" strike="noStrike" u="none">
                <a:solidFill>
                  <a:srgbClr val="ffffff"/>
                </a:solidFill>
                <a:effectLst/>
                <a:uFillTx/>
                <a:latin typeface="Arial"/>
              </a:rPr>
              <a:t>Believes</a:t>
            </a:r>
            <a:endParaRPr b="0" lang="en-US" sz="1400" strike="noStrike" u="none">
              <a:solidFill>
                <a:srgbClr val="ffffff"/>
              </a:solidFill>
              <a:effectLst/>
              <a:uFillTx/>
              <a:latin typeface="Arial"/>
            </a:endParaRPr>
          </a:p>
          <a:p>
            <a:pPr>
              <a:lnSpc>
                <a:spcPct val="100000"/>
              </a:lnSpc>
            </a:pPr>
            <a:r>
              <a:rPr b="0" lang="en-US" sz="1400" strike="noStrike" u="none">
                <a:solidFill>
                  <a:srgbClr val="ffffff"/>
                </a:solidFill>
                <a:effectLst/>
                <a:uFillTx/>
                <a:latin typeface="Arial"/>
              </a:rPr>
              <a:t>Notbelieves</a:t>
            </a:r>
            <a:endParaRPr b="0" lang="en-US" sz="1400" strike="noStrike" u="none">
              <a:solidFill>
                <a:srgbClr val="ffffff"/>
              </a:solidFill>
              <a:effectLst/>
              <a:uFillTx/>
              <a:latin typeface="Arial"/>
            </a:endParaRPr>
          </a:p>
        </p:txBody>
      </p:sp>
      <p:sp>
        <p:nvSpPr>
          <p:cNvPr id="78" name="PlaceHolder 3"/>
          <p:cNvSpPr/>
          <p:nvPr/>
        </p:nvSpPr>
        <p:spPr>
          <a:xfrm>
            <a:off x="2034000" y="1091520"/>
            <a:ext cx="3179520" cy="3705480"/>
          </a:xfrm>
          <a:prstGeom prst="rect">
            <a:avLst/>
          </a:prstGeom>
          <a:noFill/>
          <a:ln w="0">
            <a:noFill/>
          </a:ln>
        </p:spPr>
        <p:style>
          <a:lnRef idx="0"/>
          <a:fillRef idx="0"/>
          <a:effectRef idx="0"/>
          <a:fontRef idx="minor"/>
        </p:style>
        <p:txBody>
          <a:bodyPr numCol="2" spcCol="0" lIns="0" rIns="0" tIns="0" bIns="0" anchor="t">
            <a:normAutofit/>
          </a:bodyPr>
          <a:p>
            <a:pPr>
              <a:lnSpc>
                <a:spcPct val="100000"/>
              </a:lnSpc>
              <a:spcBef>
                <a:spcPts val="1417"/>
              </a:spcBef>
            </a:pPr>
            <a:endParaRPr b="0" lang="en-US" sz="1800" strike="noStrike" u="none">
              <a:solidFill>
                <a:srgbClr val="ffffff"/>
              </a:solidFill>
              <a:effectLst/>
              <a:uFillTx/>
              <a:latin typeface="Arial"/>
            </a:endParaRPr>
          </a:p>
          <a:p>
            <a:pPr lvl="1" marL="864000" indent="-324000">
              <a:lnSpc>
                <a:spcPct val="100000"/>
              </a:lnSpc>
              <a:spcBef>
                <a:spcPts val="431"/>
              </a:spcBef>
              <a:buClr>
                <a:srgbClr val="ffffff"/>
              </a:buClr>
              <a:buSzPct val="75000"/>
              <a:buFont typeface="Symbol" charset="2"/>
              <a:buChar char=""/>
            </a:pPr>
            <a:r>
              <a:rPr b="0" lang="en-US" sz="1300" strike="noStrike" u="none">
                <a:solidFill>
                  <a:srgbClr val="ffffff"/>
                </a:solidFill>
                <a:effectLst/>
                <a:uFillTx/>
                <a:latin typeface="Arial"/>
              </a:rPr>
              <a:t>Person</a:t>
            </a:r>
            <a:endParaRPr b="0" lang="en-US" sz="1300" strike="noStrike" u="none">
              <a:solidFill>
                <a:srgbClr val="ffffff"/>
              </a:solidFill>
              <a:effectLst/>
              <a:uFillTx/>
              <a:latin typeface="Arial"/>
            </a:endParaRPr>
          </a:p>
          <a:p>
            <a:pPr lvl="1" marL="864000" indent="-324000">
              <a:lnSpc>
                <a:spcPct val="100000"/>
              </a:lnSpc>
              <a:spcBef>
                <a:spcPts val="431"/>
              </a:spcBef>
              <a:buClr>
                <a:srgbClr val="ffffff"/>
              </a:buClr>
              <a:buSzPct val="75000"/>
              <a:buFont typeface="Symbol" charset="2"/>
              <a:buChar char=""/>
            </a:pPr>
            <a:r>
              <a:rPr b="0" lang="en-US" sz="1300" strike="noStrike" u="none">
                <a:solidFill>
                  <a:srgbClr val="ffffff"/>
                </a:solidFill>
                <a:effectLst/>
                <a:uFillTx/>
                <a:latin typeface="Arial"/>
              </a:rPr>
              <a:t>Scythe</a:t>
            </a:r>
            <a:endParaRPr b="0" lang="en-US" sz="1300" strike="noStrike" u="none">
              <a:solidFill>
                <a:srgbClr val="ffffff"/>
              </a:solidFill>
              <a:effectLst/>
              <a:uFillTx/>
              <a:latin typeface="Arial"/>
            </a:endParaRPr>
          </a:p>
          <a:p>
            <a:pPr lvl="1" marL="864000" indent="-324000">
              <a:lnSpc>
                <a:spcPct val="100000"/>
              </a:lnSpc>
              <a:spcBef>
                <a:spcPts val="431"/>
              </a:spcBef>
              <a:buClr>
                <a:srgbClr val="ffffff"/>
              </a:buClr>
              <a:buSzPct val="75000"/>
              <a:buFont typeface="Symbol" charset="2"/>
              <a:buChar char=""/>
            </a:pPr>
            <a:r>
              <a:rPr b="0" lang="en-US" sz="1300" strike="noStrike" u="none">
                <a:solidFill>
                  <a:srgbClr val="ffffff"/>
                </a:solidFill>
                <a:effectLst/>
                <a:uFillTx/>
                <a:latin typeface="Arial"/>
              </a:rPr>
              <a:t>Spring</a:t>
            </a:r>
            <a:endParaRPr b="0" lang="en-US" sz="1300" strike="noStrike" u="none">
              <a:solidFill>
                <a:srgbClr val="ffffff"/>
              </a:solidFill>
              <a:effectLst/>
              <a:uFillTx/>
              <a:latin typeface="Arial"/>
            </a:endParaRPr>
          </a:p>
          <a:p>
            <a:pPr lvl="1" marL="864000" indent="-324000">
              <a:lnSpc>
                <a:spcPct val="100000"/>
              </a:lnSpc>
              <a:spcBef>
                <a:spcPts val="431"/>
              </a:spcBef>
              <a:buClr>
                <a:srgbClr val="ffffff"/>
              </a:buClr>
              <a:buSzPct val="75000"/>
              <a:buFont typeface="Symbol" charset="2"/>
              <a:buChar char=""/>
            </a:pPr>
            <a:r>
              <a:rPr b="0" lang="en-US" sz="1300" strike="noStrike" u="none">
                <a:solidFill>
                  <a:srgbClr val="ffffff"/>
                </a:solidFill>
                <a:effectLst/>
                <a:uFillTx/>
                <a:latin typeface="Arial"/>
              </a:rPr>
              <a:t>Bread</a:t>
            </a:r>
            <a:endParaRPr b="0" lang="en-US" sz="1300" strike="noStrike" u="none">
              <a:solidFill>
                <a:srgbClr val="ffffff"/>
              </a:solidFill>
              <a:effectLst/>
              <a:uFillTx/>
              <a:latin typeface="Arial"/>
            </a:endParaRPr>
          </a:p>
          <a:p>
            <a:pPr lvl="1" marL="864000" indent="-324000">
              <a:lnSpc>
                <a:spcPct val="100000"/>
              </a:lnSpc>
              <a:spcBef>
                <a:spcPts val="431"/>
              </a:spcBef>
              <a:buClr>
                <a:srgbClr val="ffffff"/>
              </a:buClr>
              <a:buSzPct val="75000"/>
              <a:buFont typeface="Symbol" charset="2"/>
              <a:buChar char=""/>
            </a:pPr>
            <a:r>
              <a:rPr b="0" lang="en-US" sz="1300" strike="noStrike" u="none">
                <a:solidFill>
                  <a:srgbClr val="ffffff"/>
                </a:solidFill>
                <a:effectLst/>
                <a:uFillTx/>
                <a:latin typeface="Arial"/>
              </a:rPr>
              <a:t>Apple</a:t>
            </a:r>
            <a:endParaRPr b="0" lang="en-US" sz="1300" strike="noStrike" u="none">
              <a:solidFill>
                <a:srgbClr val="ffffff"/>
              </a:solidFill>
              <a:effectLst/>
              <a:uFillTx/>
              <a:latin typeface="Arial"/>
            </a:endParaRPr>
          </a:p>
          <a:p>
            <a:pPr lvl="1" marL="864000" indent="-324000">
              <a:lnSpc>
                <a:spcPct val="100000"/>
              </a:lnSpc>
              <a:spcBef>
                <a:spcPts val="431"/>
              </a:spcBef>
              <a:buClr>
                <a:srgbClr val="ffffff"/>
              </a:buClr>
              <a:buSzPct val="75000"/>
              <a:buFont typeface="Symbol" charset="2"/>
              <a:buChar char=""/>
            </a:pPr>
            <a:r>
              <a:rPr b="0" lang="en-US" sz="1300" strike="noStrike" u="none">
                <a:solidFill>
                  <a:srgbClr val="ffffff"/>
                </a:solidFill>
                <a:effectLst/>
                <a:uFillTx/>
                <a:latin typeface="Arial"/>
              </a:rPr>
              <a:t>Chicken</a:t>
            </a:r>
            <a:endParaRPr b="0" lang="en-US" sz="1300" strike="noStrike" u="none">
              <a:solidFill>
                <a:srgbClr val="ffffff"/>
              </a:solidFill>
              <a:effectLst/>
              <a:uFillTx/>
              <a:latin typeface="Arial"/>
            </a:endParaRPr>
          </a:p>
          <a:p>
            <a:pPr lvl="1" marL="864000" indent="-324000">
              <a:lnSpc>
                <a:spcPct val="100000"/>
              </a:lnSpc>
              <a:spcBef>
                <a:spcPts val="431"/>
              </a:spcBef>
              <a:buClr>
                <a:srgbClr val="ffffff"/>
              </a:buClr>
              <a:buSzPct val="75000"/>
              <a:buFont typeface="Symbol" charset="2"/>
              <a:buChar char=""/>
            </a:pPr>
            <a:r>
              <a:rPr b="0" lang="en-US" sz="1300" strike="noStrike" u="none">
                <a:solidFill>
                  <a:srgbClr val="ffffff"/>
                </a:solidFill>
                <a:effectLst/>
                <a:uFillTx/>
                <a:latin typeface="Arial"/>
              </a:rPr>
              <a:t>Cow</a:t>
            </a:r>
            <a:endParaRPr b="0" lang="en-US" sz="1300" strike="noStrike" u="none">
              <a:solidFill>
                <a:srgbClr val="ffffff"/>
              </a:solidFill>
              <a:effectLst/>
              <a:uFillTx/>
              <a:latin typeface="Arial"/>
            </a:endParaRPr>
          </a:p>
          <a:p>
            <a:pPr lvl="1" marL="864000" indent="-324000">
              <a:lnSpc>
                <a:spcPct val="100000"/>
              </a:lnSpc>
              <a:spcBef>
                <a:spcPts val="431"/>
              </a:spcBef>
              <a:buClr>
                <a:srgbClr val="ffffff"/>
              </a:buClr>
              <a:buSzPct val="75000"/>
              <a:buFont typeface="Symbol" charset="2"/>
              <a:buChar char=""/>
            </a:pPr>
            <a:r>
              <a:rPr b="0" lang="en-US" sz="1300" strike="noStrike" u="none">
                <a:solidFill>
                  <a:srgbClr val="ffffff"/>
                </a:solidFill>
                <a:effectLst/>
                <a:uFillTx/>
                <a:latin typeface="Arial"/>
              </a:rPr>
              <a:t>Egg</a:t>
            </a:r>
            <a:endParaRPr b="0" lang="en-US" sz="1300" strike="noStrike" u="none">
              <a:solidFill>
                <a:srgbClr val="ffffff"/>
              </a:solidFill>
              <a:effectLst/>
              <a:uFillTx/>
              <a:latin typeface="Arial"/>
            </a:endParaRPr>
          </a:p>
          <a:p>
            <a:pPr lvl="1" marL="864000" indent="-324000">
              <a:lnSpc>
                <a:spcPct val="100000"/>
              </a:lnSpc>
              <a:spcBef>
                <a:spcPts val="431"/>
              </a:spcBef>
              <a:buClr>
                <a:srgbClr val="ffffff"/>
              </a:buClr>
              <a:buSzPct val="75000"/>
              <a:buFont typeface="Symbol" charset="2"/>
              <a:buChar char=""/>
            </a:pPr>
            <a:r>
              <a:rPr b="0" lang="en-US" sz="1300" strike="noStrike" u="none">
                <a:solidFill>
                  <a:srgbClr val="ffffff"/>
                </a:solidFill>
                <a:effectLst/>
                <a:uFillTx/>
                <a:latin typeface="Arial"/>
              </a:rPr>
              <a:t>Milk</a:t>
            </a:r>
            <a:endParaRPr b="0" lang="en-US" sz="1300" strike="noStrike" u="none">
              <a:solidFill>
                <a:srgbClr val="ffffff"/>
              </a:solidFill>
              <a:effectLst/>
              <a:uFillTx/>
              <a:latin typeface="Arial"/>
            </a:endParaRPr>
          </a:p>
          <a:p>
            <a:pPr lvl="1" marL="864000" indent="-324000">
              <a:lnSpc>
                <a:spcPct val="100000"/>
              </a:lnSpc>
              <a:spcBef>
                <a:spcPts val="431"/>
              </a:spcBef>
              <a:buClr>
                <a:srgbClr val="ffffff"/>
              </a:buClr>
              <a:buSzPct val="75000"/>
              <a:buFont typeface="Symbol" charset="2"/>
              <a:buChar char=""/>
            </a:pPr>
            <a:r>
              <a:rPr b="0" lang="en-US" sz="1300" strike="noStrike" u="none">
                <a:solidFill>
                  <a:srgbClr val="ffffff"/>
                </a:solidFill>
                <a:effectLst/>
                <a:uFillTx/>
                <a:latin typeface="Arial"/>
              </a:rPr>
              <a:t>Cheese</a:t>
            </a:r>
            <a:endParaRPr b="0" lang="en-US" sz="1300" strike="noStrike" u="none">
              <a:solidFill>
                <a:srgbClr val="ffffff"/>
              </a:solidFill>
              <a:effectLst/>
              <a:uFillTx/>
              <a:latin typeface="Arial"/>
            </a:endParaRPr>
          </a:p>
          <a:p>
            <a:pPr lvl="1" marL="864000" indent="-324000">
              <a:lnSpc>
                <a:spcPct val="100000"/>
              </a:lnSpc>
              <a:spcBef>
                <a:spcPts val="431"/>
              </a:spcBef>
              <a:buClr>
                <a:srgbClr val="ffffff"/>
              </a:buClr>
              <a:buSzPct val="75000"/>
              <a:buFont typeface="Symbol" charset="2"/>
              <a:buChar char=""/>
            </a:pPr>
            <a:r>
              <a:rPr b="0" lang="en-US" sz="1300" strike="noStrike" u="none">
                <a:solidFill>
                  <a:srgbClr val="ffffff"/>
                </a:solidFill>
                <a:effectLst/>
                <a:uFillTx/>
                <a:latin typeface="Arial"/>
              </a:rPr>
              <a:t>Butter</a:t>
            </a:r>
            <a:endParaRPr b="0" lang="en-US" sz="1300" strike="noStrike" u="none">
              <a:solidFill>
                <a:srgbClr val="ffffff"/>
              </a:solidFill>
              <a:effectLst/>
              <a:uFillTx/>
              <a:latin typeface="Arial"/>
            </a:endParaRPr>
          </a:p>
          <a:p>
            <a:pPr marL="864000">
              <a:lnSpc>
                <a:spcPct val="100000"/>
              </a:lnSpc>
              <a:spcBef>
                <a:spcPts val="289"/>
              </a:spcBef>
              <a:tabLst>
                <a:tab algn="l" pos="0"/>
              </a:tabLst>
            </a:pPr>
            <a:r>
              <a:rPr b="0" lang="en-US" sz="1300" strike="noStrike" u="none">
                <a:solidFill>
                  <a:srgbClr val="ffffff"/>
                </a:solidFill>
                <a:effectLst/>
                <a:uFillTx/>
                <a:latin typeface="Arial"/>
              </a:rPr>
              <a:t> </a:t>
            </a:r>
            <a:endParaRPr b="0" lang="en-US" sz="13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PlaceHolder 1"/>
          <p:cNvSpPr>
            <a:spLocks noGrp="1"/>
          </p:cNvSpPr>
          <p:nvPr>
            <p:ph type="title"/>
          </p:nvPr>
        </p:nvSpPr>
        <p:spPr>
          <a:xfrm>
            <a:off x="311760" y="109080"/>
            <a:ext cx="8515440" cy="621720"/>
          </a:xfrm>
          <a:prstGeom prst="rect">
            <a:avLst/>
          </a:prstGeom>
          <a:noFill/>
          <a:ln w="0">
            <a:noFill/>
          </a:ln>
        </p:spPr>
        <p:txBody>
          <a:bodyPr lIns="0" rIns="0" tIns="0" bIns="0" anchor="ctr">
            <a:noAutofit/>
          </a:bodyPr>
          <a:p>
            <a:pPr indent="0" algn="ctr">
              <a:lnSpc>
                <a:spcPct val="100000"/>
              </a:lnSpc>
              <a:buNone/>
              <a:tabLst>
                <a:tab algn="l" pos="0"/>
              </a:tabLst>
            </a:pPr>
            <a:r>
              <a:rPr b="1" i="1" lang="en-US" sz="2800" strike="noStrike" u="sng">
                <a:solidFill>
                  <a:srgbClr val="ffffff"/>
                </a:solidFill>
                <a:effectLst/>
                <a:uFillTx/>
                <a:latin typeface="Arial"/>
              </a:rPr>
              <a:t>Scenario Analysis</a:t>
            </a:r>
            <a:endParaRPr b="0" lang="en-US" sz="2800" strike="noStrike" u="none">
              <a:solidFill>
                <a:srgbClr val="ffffff"/>
              </a:solidFill>
              <a:effectLst/>
              <a:uFillTx/>
              <a:latin typeface="Arial"/>
            </a:endParaRPr>
          </a:p>
        </p:txBody>
      </p:sp>
      <p:sp>
        <p:nvSpPr>
          <p:cNvPr id="80" name="PlaceHolder 2"/>
          <p:cNvSpPr>
            <a:spLocks noGrp="1"/>
          </p:cNvSpPr>
          <p:nvPr>
            <p:ph/>
          </p:nvPr>
        </p:nvSpPr>
        <p:spPr>
          <a:xfrm>
            <a:off x="457200" y="1008360"/>
            <a:ext cx="7914240" cy="444240"/>
          </a:xfrm>
          <a:prstGeom prst="rect">
            <a:avLst/>
          </a:prstGeom>
          <a:noFill/>
          <a:ln w="0">
            <a:noFill/>
          </a:ln>
        </p:spPr>
        <p:txBody>
          <a:bodyPr lIns="0" rIns="0" tIns="0" bIns="0" anchor="t">
            <a:normAutofit/>
          </a:bodyPr>
          <a:p>
            <a:pPr marL="432000" indent="-324000">
              <a:lnSpc>
                <a:spcPct val="100000"/>
              </a:lnSpc>
              <a:spcBef>
                <a:spcPts val="145"/>
              </a:spcBef>
              <a:buClr>
                <a:srgbClr val="ffffff"/>
              </a:buClr>
              <a:buSzPct val="45000"/>
              <a:buFont typeface="Wingdings" charset="2"/>
              <a:buChar char=""/>
            </a:pPr>
            <a:r>
              <a:rPr b="0" i="1" lang="en-US" sz="2000" strike="noStrike" u="none">
                <a:solidFill>
                  <a:srgbClr val="ffffff"/>
                </a:solidFill>
                <a:effectLst/>
                <a:uFillTx/>
                <a:latin typeface="Arial"/>
              </a:rPr>
              <a:t>How does LLM ‘think’ about domain?</a:t>
            </a:r>
            <a:endParaRPr b="0" lang="en-US" sz="2000" strike="noStrike" u="none">
              <a:solidFill>
                <a:srgbClr val="ffffff"/>
              </a:solidFill>
              <a:effectLst/>
              <a:uFillTx/>
              <a:latin typeface="Arial"/>
            </a:endParaRPr>
          </a:p>
          <a:p>
            <a:pPr marL="432000" indent="0">
              <a:lnSpc>
                <a:spcPct val="100000"/>
              </a:lnSpc>
              <a:spcBef>
                <a:spcPts val="145"/>
              </a:spcBef>
              <a:buNone/>
              <a:tabLst>
                <a:tab algn="l" pos="0"/>
              </a:tabLst>
            </a:pPr>
            <a:endParaRPr b="0" lang="en-US" sz="2000" strike="noStrike" u="none">
              <a:solidFill>
                <a:srgbClr val="ffffff"/>
              </a:solidFill>
              <a:effectLst/>
              <a:uFillTx/>
              <a:latin typeface="Arial"/>
            </a:endParaRPr>
          </a:p>
        </p:txBody>
      </p:sp>
      <p:sp>
        <p:nvSpPr>
          <p:cNvPr id="81" name=""/>
          <p:cNvSpPr/>
          <p:nvPr/>
        </p:nvSpPr>
        <p:spPr>
          <a:xfrm>
            <a:off x="540360" y="1576800"/>
            <a:ext cx="8145720" cy="3196800"/>
          </a:xfrm>
          <a:prstGeom prst="rect">
            <a:avLst/>
          </a:prstGeom>
          <a:noFill/>
          <a:ln w="0">
            <a:solidFill>
              <a:srgbClr val="808080"/>
            </a:solidFill>
          </a:ln>
        </p:spPr>
        <p:style>
          <a:lnRef idx="0"/>
          <a:fillRef idx="0"/>
          <a:effectRef idx="0"/>
          <a:fontRef idx="minor"/>
        </p:style>
        <p:txBody>
          <a:bodyPr lIns="0" rIns="0" tIns="0" bIns="0" anchor="t">
            <a:normAutofit/>
          </a:bodyPr>
          <a:p>
            <a:pPr marL="432000" indent="-324000">
              <a:lnSpc>
                <a:spcPct val="100000"/>
              </a:lnSpc>
              <a:spcBef>
                <a:spcPts val="215"/>
              </a:spcBef>
              <a:buClr>
                <a:srgbClr val="ffffff"/>
              </a:buClr>
              <a:buSzPct val="45000"/>
              <a:buFont typeface="Wingdings" charset="2"/>
              <a:buChar char=""/>
            </a:pPr>
            <a:r>
              <a:rPr b="1" lang="en-US" sz="1100" strike="noStrike" u="none">
                <a:solidFill>
                  <a:srgbClr val="ffffff"/>
                </a:solidFill>
                <a:effectLst/>
                <a:uFillTx/>
                <a:latin typeface="Courier New"/>
              </a:rPr>
              <a:t>DRIVE_ACTIVITY_TEMPLATE</a:t>
            </a:r>
            <a:endParaRPr b="0" lang="en-US" sz="1100" strike="noStrike" u="none">
              <a:solidFill>
                <a:srgbClr val="ffffff"/>
              </a:solidFill>
              <a:effectLst/>
              <a:uFillTx/>
              <a:latin typeface="Arial"/>
            </a:endParaRPr>
          </a:p>
          <a:p>
            <a:pPr marL="432000" indent="-324000">
              <a:lnSpc>
                <a:spcPct val="100000"/>
              </a:lnSpc>
              <a:spcBef>
                <a:spcPts val="215"/>
              </a:spcBef>
              <a:buClr>
                <a:srgbClr val="ffffff"/>
              </a:buClr>
              <a:buSzPct val="45000"/>
              <a:buFont typeface="Wingdings" charset="2"/>
              <a:buChar char=""/>
            </a:pPr>
            <a:r>
              <a:rPr b="0" lang="en-US" sz="1100" strike="noStrike" u="none">
                <a:solidFill>
                  <a:srgbClr val="ffffff"/>
                </a:solidFill>
                <a:effectLst/>
                <a:uFillTx/>
                <a:latin typeface="Courier New"/>
              </a:rPr>
              <a:t>You are analyzing a DRIVE in the context of a CLOSED-WORLD BASE ONTOLOGY. </a:t>
            </a:r>
            <a:endParaRPr b="0" lang="en-US" sz="1100" strike="noStrike" u="none">
              <a:solidFill>
                <a:srgbClr val="ffffff"/>
              </a:solidFill>
              <a:effectLst/>
              <a:uFillTx/>
              <a:latin typeface="Arial"/>
            </a:endParaRPr>
          </a:p>
          <a:p>
            <a:pPr marL="432000" indent="-324000">
              <a:lnSpc>
                <a:spcPct val="100000"/>
              </a:lnSpc>
              <a:spcBef>
                <a:spcPts val="215"/>
              </a:spcBef>
              <a:buClr>
                <a:srgbClr val="ffffff"/>
              </a:buClr>
              <a:buSzPct val="45000"/>
              <a:buFont typeface="Wingdings" charset="2"/>
              <a:buChar char=""/>
            </a:pPr>
            <a:r>
              <a:rPr b="0" lang="en-US" sz="1100" strike="noStrike" u="none">
                <a:solidFill>
                  <a:srgbClr val="ffffff"/>
                </a:solidFill>
                <a:effectLst/>
                <a:uFillTx/>
                <a:latin typeface="Courier New"/>
              </a:rPr>
              <a:t>The ontology lists all possible base nouns and verbs in this world. </a:t>
            </a:r>
            <a:endParaRPr b="0" lang="en-US" sz="1100" strike="noStrike" u="none">
              <a:solidFill>
                <a:srgbClr val="ffffff"/>
              </a:solidFill>
              <a:effectLst/>
              <a:uFillTx/>
              <a:latin typeface="Arial"/>
            </a:endParaRPr>
          </a:p>
          <a:p>
            <a:pPr marL="432000" indent="-324000">
              <a:lnSpc>
                <a:spcPct val="100000"/>
              </a:lnSpc>
              <a:spcBef>
                <a:spcPts val="215"/>
              </a:spcBef>
              <a:buClr>
                <a:srgbClr val="ffffff"/>
              </a:buClr>
              <a:buSzPct val="45000"/>
              <a:buFont typeface="Wingdings" charset="2"/>
              <a:buChar char=""/>
            </a:pPr>
            <a:r>
              <a:rPr b="0" lang="en-US" sz="1100" strike="noStrike" u="none">
                <a:solidFill>
                  <a:srgbClr val="ffffff"/>
                </a:solidFill>
                <a:effectLst/>
                <a:uFillTx/>
                <a:latin typeface="Courier New"/>
              </a:rPr>
              <a:t>Your task is to return a JSON object describing: </a:t>
            </a:r>
            <a:endParaRPr b="0" lang="en-US" sz="1100" strike="noStrike" u="none">
              <a:solidFill>
                <a:srgbClr val="ffffff"/>
              </a:solidFill>
              <a:effectLst/>
              <a:uFillTx/>
              <a:latin typeface="Arial"/>
            </a:endParaRPr>
          </a:p>
          <a:p>
            <a:pPr marL="432000" indent="-324000">
              <a:lnSpc>
                <a:spcPct val="100000"/>
              </a:lnSpc>
              <a:spcBef>
                <a:spcPts val="215"/>
              </a:spcBef>
              <a:buClr>
                <a:srgbClr val="ffffff"/>
              </a:buClr>
              <a:buSzPct val="45000"/>
              <a:buFont typeface="Wingdings" charset="2"/>
              <a:buChar char=""/>
            </a:pPr>
            <a:r>
              <a:rPr b="0" lang="en-US" sz="1100" strike="noStrike" u="none">
                <a:solidFill>
                  <a:srgbClr val="ffffff"/>
                </a:solidFill>
                <a:effectLst/>
                <a:uFillTx/>
                <a:latin typeface="Courier New"/>
              </a:rPr>
              <a:t>  1. The minimal set of orthogonal state–antonym AXES implied by the Drive. </a:t>
            </a:r>
            <a:endParaRPr b="0" lang="en-US" sz="1100" strike="noStrike" u="none">
              <a:solidFill>
                <a:srgbClr val="ffffff"/>
              </a:solidFill>
              <a:effectLst/>
              <a:uFillTx/>
              <a:latin typeface="Arial"/>
            </a:endParaRPr>
          </a:p>
          <a:p>
            <a:pPr marL="432000" indent="-324000">
              <a:lnSpc>
                <a:spcPct val="100000"/>
              </a:lnSpc>
              <a:spcBef>
                <a:spcPts val="215"/>
              </a:spcBef>
              <a:buClr>
                <a:srgbClr val="ffffff"/>
              </a:buClr>
              <a:buSzPct val="45000"/>
              <a:buFont typeface="Wingdings" charset="2"/>
              <a:buChar char=""/>
            </a:pPr>
            <a:r>
              <a:rPr b="0" lang="en-US" sz="1100" strike="noStrike" u="none">
                <a:solidFill>
                  <a:srgbClr val="ffffff"/>
                </a:solidFill>
                <a:effectLst/>
                <a:uFillTx/>
                <a:latin typeface="Courier New"/>
              </a:rPr>
              <a:t>  2. For each axis, a general </a:t>
            </a:r>
            <a:r>
              <a:rPr b="1" i="1" lang="en-US" sz="1100" strike="noStrike" u="none">
                <a:solidFill>
                  <a:srgbClr val="ffffff"/>
                </a:solidFill>
                <a:effectLst/>
                <a:uFillTx/>
                <a:latin typeface="Courier New"/>
              </a:rPr>
              <a:t>Verb/ Noun pair</a:t>
            </a:r>
            <a:r>
              <a:rPr b="0" lang="en-US" sz="1100" strike="noStrike" u="none">
                <a:solidFill>
                  <a:srgbClr val="ffffff"/>
                </a:solidFill>
                <a:effectLst/>
                <a:uFillTx/>
                <a:latin typeface="Courier New"/>
              </a:rPr>
              <a:t> that would move the agent from the negative to the positive state. </a:t>
            </a:r>
            <a:endParaRPr b="0" lang="en-US" sz="1100" strike="noStrike" u="none">
              <a:solidFill>
                <a:srgbClr val="ffffff"/>
              </a:solidFill>
              <a:effectLst/>
              <a:uFillTx/>
              <a:latin typeface="Arial"/>
            </a:endParaRPr>
          </a:p>
          <a:p>
            <a:pPr marL="432000" indent="-324000">
              <a:lnSpc>
                <a:spcPct val="100000"/>
              </a:lnSpc>
              <a:spcBef>
                <a:spcPts val="215"/>
              </a:spcBef>
              <a:buClr>
                <a:srgbClr val="ffffff"/>
              </a:buClr>
              <a:buSzPct val="45000"/>
              <a:buFont typeface="Wingdings" charset="2"/>
              <a:buChar char=""/>
            </a:pPr>
            <a:r>
              <a:rPr b="0" lang="en-US" sz="1100" strike="noStrike" u="none">
                <a:solidFill>
                  <a:srgbClr val="ffffff"/>
                </a:solidFill>
                <a:effectLst/>
                <a:uFillTx/>
                <a:latin typeface="Courier New"/>
              </a:rPr>
              <a:t>  3. A mapping from the Nouns to INCLUDED base nouns.</a:t>
            </a:r>
            <a:endParaRPr b="0" lang="en-US" sz="1100" strike="noStrike" u="none">
              <a:solidFill>
                <a:srgbClr val="ffffff"/>
              </a:solidFill>
              <a:effectLst/>
              <a:uFillTx/>
              <a:latin typeface="Arial"/>
            </a:endParaRPr>
          </a:p>
          <a:p>
            <a:pPr>
              <a:lnSpc>
                <a:spcPct val="100000"/>
              </a:lnSpc>
              <a:spcBef>
                <a:spcPts val="215"/>
              </a:spcBef>
            </a:pPr>
            <a:endParaRPr b="0" lang="en-US" sz="1100" strike="noStrike" u="none">
              <a:solidFill>
                <a:srgbClr val="ffffff"/>
              </a:solidFill>
              <a:effectLst/>
              <a:uFillTx/>
              <a:latin typeface="Arial"/>
            </a:endParaRPr>
          </a:p>
          <a:p>
            <a:pPr>
              <a:lnSpc>
                <a:spcPct val="100000"/>
              </a:lnSpc>
              <a:spcBef>
                <a:spcPts val="215"/>
              </a:spcBef>
            </a:pPr>
            <a:r>
              <a:rPr b="0" lang="en-US" sz="1400" strike="noStrike" u="none">
                <a:solidFill>
                  <a:srgbClr val="ffffff"/>
                </a:solidFill>
                <a:effectLst/>
                <a:uFillTx/>
                <a:latin typeface="Arial"/>
              </a:rPr>
              <a:t>drive: "gain your rightful inheritance - justice and fairness in how the land is divided"</a:t>
            </a:r>
            <a:endParaRPr b="0" lang="en-US" sz="1400" strike="noStrike" u="none">
              <a:solidFill>
                <a:srgbClr val="ffffff"/>
              </a:solidFill>
              <a:effectLst/>
              <a:uFillTx/>
              <a:latin typeface="Arial"/>
            </a:endParaRPr>
          </a:p>
          <a:p>
            <a:pPr>
              <a:lnSpc>
                <a:spcPct val="100000"/>
              </a:lnSpc>
              <a:spcBef>
                <a:spcPts val="215"/>
              </a:spcBef>
            </a:pPr>
            <a:r>
              <a:rPr b="0" lang="en-US" sz="1400" strike="noStrike" u="none">
                <a:solidFill>
                  <a:srgbClr val="ffffff"/>
                </a:solidFill>
                <a:effectLst/>
                <a:uFillTx/>
                <a:latin typeface="Arial"/>
              </a:rPr>
              <a:t>axis: [</a:t>
            </a:r>
            <a:r>
              <a:rPr b="0" lang="en-US" sz="1400" strike="noStrike" u="none">
                <a:solidFill>
                  <a:srgbClr val="ef8600"/>
                </a:solidFill>
                <a:effectLst/>
                <a:uFillTx/>
                <a:latin typeface="Arial"/>
              </a:rPr>
              <a:t> </a:t>
            </a:r>
            <a:r>
              <a:rPr b="0" lang="en-US" sz="1400" strike="noStrike" u="none">
                <a:solidFill>
                  <a:srgbClr val="ffffff"/>
                </a:solidFill>
                <a:effectLst/>
                <a:uFillTx/>
                <a:latin typeface="Arial"/>
              </a:rPr>
              <a:t>"Disinherited", "Rightfully Inherited" ], </a:t>
            </a:r>
            <a:r>
              <a:rPr b="1" i="1" lang="en-US" sz="1400" strike="noStrike" u="none">
                <a:solidFill>
                  <a:srgbClr val="ef8600"/>
                </a:solidFill>
                <a:effectLst/>
                <a:uFillTx/>
                <a:latin typeface="Arial"/>
              </a:rPr>
              <a:t>Acquire</a:t>
            </a:r>
            <a:r>
              <a:rPr b="0" lang="en-US" sz="1400" strike="noStrike" u="none">
                <a:solidFill>
                  <a:srgbClr val="ef8600"/>
                </a:solidFill>
                <a:effectLst/>
                <a:uFillTx/>
                <a:latin typeface="Arial"/>
              </a:rPr>
              <a:t> / </a:t>
            </a:r>
            <a:r>
              <a:rPr b="1" i="1" lang="en-US" sz="1400" strike="noStrike" u="none">
                <a:solidFill>
                  <a:srgbClr val="ef8600"/>
                </a:solidFill>
                <a:effectLst/>
                <a:uFillTx/>
                <a:latin typeface="Arial"/>
              </a:rPr>
              <a:t>Property</a:t>
            </a:r>
            <a:r>
              <a:rPr b="0" lang="en-US" sz="1400" strike="noStrike" u="none">
                <a:solidFill>
                  <a:srgbClr val="ffffff"/>
                </a:solidFill>
                <a:effectLst/>
                <a:uFillTx/>
                <a:latin typeface="Arial"/>
              </a:rPr>
              <a:t>, </a:t>
            </a:r>
            <a:endParaRPr b="0" lang="en-US" sz="1400" strike="noStrike" u="none">
              <a:solidFill>
                <a:srgbClr val="ffffff"/>
              </a:solidFill>
              <a:effectLst/>
              <a:uFillTx/>
              <a:latin typeface="Arial"/>
            </a:endParaRPr>
          </a:p>
          <a:p>
            <a:pPr>
              <a:lnSpc>
                <a:spcPct val="100000"/>
              </a:lnSpc>
              <a:spcBef>
                <a:spcPts val="215"/>
              </a:spcBef>
            </a:pPr>
            <a:r>
              <a:rPr b="0" lang="en-US" sz="1400" strike="noStrike" u="none">
                <a:solidFill>
                  <a:srgbClr val="ffffff"/>
                </a:solidFill>
                <a:effectLst/>
                <a:uFillTx/>
                <a:latin typeface="Arial"/>
              </a:rPr>
              <a:t>     subtypes_included: [ "Farm", "Farmhouse", "Field", "Forest", "Grassland", "Village", ...] } }</a:t>
            </a:r>
            <a:endParaRPr b="0" lang="en-US" sz="1400" strike="noStrike" u="none">
              <a:solidFill>
                <a:srgbClr val="ffffff"/>
              </a:solidFill>
              <a:effectLst/>
              <a:uFillTx/>
              <a:latin typeface="Arial"/>
            </a:endParaRPr>
          </a:p>
          <a:p>
            <a:pPr>
              <a:lnSpc>
                <a:spcPct val="100000"/>
              </a:lnSpc>
              <a:spcBef>
                <a:spcPts val="215"/>
              </a:spcBef>
            </a:pPr>
            <a:r>
              <a:rPr b="0" lang="en-US" sz="1400" strike="noStrike" u="none">
                <a:solidFill>
                  <a:srgbClr val="ffffff"/>
                </a:solidFill>
                <a:effectLst/>
                <a:uFillTx/>
                <a:latin typeface="Arial"/>
              </a:rPr>
              <a:t>axis: [“Unjust Division”, “Justly Divided”], </a:t>
            </a:r>
            <a:r>
              <a:rPr b="1" i="1" lang="en-US" sz="1400" strike="noStrike" u="none">
                <a:solidFill>
                  <a:srgbClr val="ef8600"/>
                </a:solidFill>
                <a:effectLst/>
                <a:uFillTx/>
                <a:latin typeface="Arial"/>
              </a:rPr>
              <a:t>Inspect / LandResource</a:t>
            </a:r>
            <a:endParaRPr b="0" lang="en-US" sz="1400" strike="noStrike" u="none">
              <a:solidFill>
                <a:srgbClr val="ffffff"/>
              </a:solidFill>
              <a:effectLst/>
              <a:uFillTx/>
              <a:latin typeface="Arial"/>
            </a:endParaRPr>
          </a:p>
          <a:p>
            <a:pPr>
              <a:lnSpc>
                <a:spcPct val="100000"/>
              </a:lnSpc>
              <a:spcBef>
                <a:spcPts val="215"/>
              </a:spcBef>
            </a:pPr>
            <a:r>
              <a:rPr b="0" lang="en-US" sz="1400" strike="noStrike" u="none">
                <a:solidFill>
                  <a:srgbClr val="ffffff"/>
                </a:solidFill>
                <a:effectLst/>
                <a:uFillTx/>
                <a:latin typeface="Arial"/>
              </a:rPr>
              <a:t>axis: ["Excluded-from-Land", "Included-in-Land"], </a:t>
            </a:r>
            <a:r>
              <a:rPr b="1" i="1" lang="en-US" sz="1400" strike="noStrike" u="none">
                <a:solidFill>
                  <a:srgbClr val="ef8600"/>
                </a:solidFill>
                <a:effectLst/>
                <a:uFillTx/>
                <a:latin typeface="Arial"/>
              </a:rPr>
              <a:t>Claim / Parcel</a:t>
            </a:r>
            <a:endParaRPr b="0" lang="en-US" sz="1400" strike="noStrike" u="none">
              <a:solidFill>
                <a:srgbClr val="ffffff"/>
              </a:solidFill>
              <a:effectLst/>
              <a:uFillTx/>
              <a:latin typeface="Arial"/>
            </a:endParaRPr>
          </a:p>
          <a:p>
            <a:pPr>
              <a:lnSpc>
                <a:spcPct val="100000"/>
              </a:lnSpc>
              <a:spcBef>
                <a:spcPts val="215"/>
              </a:spcBef>
            </a:pPr>
            <a:endParaRPr b="0" lang="en-US" sz="1400" strike="noStrike" u="none">
              <a:solidFill>
                <a:srgbClr val="ffffff"/>
              </a:solidFill>
              <a:effectLst/>
              <a:uFillTx/>
              <a:latin typeface="Arial"/>
            </a:endParaRPr>
          </a:p>
          <a:p>
            <a:pPr>
              <a:lnSpc>
                <a:spcPct val="100000"/>
              </a:lnSpc>
              <a:spcBef>
                <a:spcPts val="215"/>
              </a:spcBef>
            </a:pPr>
            <a:endParaRPr b="0" lang="en-US" sz="1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
          <p:cNvSpPr/>
          <p:nvPr/>
        </p:nvSpPr>
        <p:spPr>
          <a:xfrm>
            <a:off x="529200" y="972000"/>
            <a:ext cx="8173800" cy="3715920"/>
          </a:xfrm>
          <a:prstGeom prst="rect">
            <a:avLst/>
          </a:prstGeom>
          <a:noFill/>
          <a:ln w="0">
            <a:solidFill>
              <a:srgbClr val="808080"/>
            </a:solidFill>
          </a:ln>
        </p:spPr>
        <p:style>
          <a:lnRef idx="0"/>
          <a:fillRef idx="0"/>
          <a:effectRef idx="0"/>
          <a:fontRef idx="minor"/>
        </p:style>
        <p:txBody>
          <a:bodyPr lIns="90000" rIns="90000" tIns="45000" bIns="45000" anchor="t">
            <a:noAutofit/>
          </a:bodyPr>
          <a:p>
            <a:pPr>
              <a:lnSpc>
                <a:spcPct val="100000"/>
              </a:lnSpc>
              <a:spcAft>
                <a:spcPts val="431"/>
              </a:spcAft>
            </a:pPr>
            <a:r>
              <a:rPr b="0" lang="en-US" sz="1300" strike="noStrike" u="none">
                <a:solidFill>
                  <a:srgbClr val="ffffff"/>
                </a:solidFill>
                <a:effectLst/>
                <a:uFillTx/>
                <a:latin typeface="Courier New"/>
              </a:rPr>
              <a:t>Inheritance           Disinherited            Obtain               </a:t>
            </a:r>
            <a:r>
              <a:rPr b="0" lang="en-US" sz="1300" strike="noStrike" u="none">
                <a:solidFill>
                  <a:schemeClr val="accent4">
                    <a:lumMod val="75000"/>
                  </a:schemeClr>
                </a:solidFill>
                <a:effectLst/>
                <a:uFillTx/>
                <a:latin typeface="Courier New"/>
              </a:rPr>
              <a:t>LegalDocument</a:t>
            </a:r>
            <a:endParaRPr b="0" lang="en-US" sz="1300" strike="noStrike" u="none">
              <a:solidFill>
                <a:srgbClr val="ffffff"/>
              </a:solidFill>
              <a:effectLst/>
              <a:uFillTx/>
              <a:latin typeface="Arial"/>
            </a:endParaRPr>
          </a:p>
          <a:p>
            <a:pPr>
              <a:lnSpc>
                <a:spcPct val="100000"/>
              </a:lnSpc>
              <a:spcAft>
                <a:spcPts val="431"/>
              </a:spcAft>
            </a:pPr>
            <a:r>
              <a:rPr b="0" lang="en-US" sz="1300" strike="noStrike" u="none">
                <a:solidFill>
                  <a:srgbClr val="ffffff"/>
                </a:solidFill>
                <a:effectLst/>
                <a:uFillTx/>
                <a:latin typeface="Courier New"/>
              </a:rPr>
              <a:t>Inheritance           Unjust-Division         Inspect              LandResource</a:t>
            </a:r>
            <a:endParaRPr b="0" lang="en-US" sz="1300" strike="noStrike" u="none">
              <a:solidFill>
                <a:srgbClr val="ffffff"/>
              </a:solidFill>
              <a:effectLst/>
              <a:uFillTx/>
              <a:latin typeface="Arial"/>
            </a:endParaRPr>
          </a:p>
          <a:p>
            <a:pPr>
              <a:lnSpc>
                <a:spcPct val="100000"/>
              </a:lnSpc>
              <a:spcAft>
                <a:spcPts val="431"/>
              </a:spcAft>
            </a:pPr>
            <a:r>
              <a:rPr b="0" lang="en-US" sz="1300" strike="noStrike" u="none">
                <a:solidFill>
                  <a:srgbClr val="ffffff"/>
                </a:solidFill>
                <a:effectLst/>
                <a:uFillTx/>
                <a:latin typeface="Courier New"/>
              </a:rPr>
              <a:t>Inheritance           Excluded-from-Land      Claim                LandParcel</a:t>
            </a:r>
            <a:endParaRPr b="0" lang="en-US" sz="1300" strike="noStrike" u="none">
              <a:solidFill>
                <a:srgbClr val="ffffff"/>
              </a:solidFill>
              <a:effectLst/>
              <a:uFillTx/>
              <a:latin typeface="Arial"/>
            </a:endParaRPr>
          </a:p>
          <a:p>
            <a:pPr>
              <a:lnSpc>
                <a:spcPct val="100000"/>
              </a:lnSpc>
              <a:spcAft>
                <a:spcPts val="431"/>
              </a:spcAft>
            </a:pPr>
            <a:r>
              <a:rPr b="0" lang="en-US" sz="1300" strike="noStrike" u="none">
                <a:solidFill>
                  <a:srgbClr val="ffffff"/>
                </a:solidFill>
                <a:effectLst/>
                <a:uFillTx/>
                <a:latin typeface="Courier New"/>
              </a:rPr>
              <a:t>Maintain family farm  Neglected-Farm          Repair               Building</a:t>
            </a:r>
            <a:endParaRPr b="0" lang="en-US" sz="1300" strike="noStrike" u="none">
              <a:solidFill>
                <a:srgbClr val="ffffff"/>
              </a:solidFill>
              <a:effectLst/>
              <a:uFillTx/>
              <a:latin typeface="Arial"/>
            </a:endParaRPr>
          </a:p>
          <a:p>
            <a:pPr>
              <a:lnSpc>
                <a:spcPct val="100000"/>
              </a:lnSpc>
              <a:spcAft>
                <a:spcPts val="289"/>
              </a:spcAft>
            </a:pPr>
            <a:r>
              <a:rPr b="0" lang="en-US" sz="1300" strike="noStrike" u="none">
                <a:solidFill>
                  <a:srgbClr val="ffffff"/>
                </a:solidFill>
                <a:effectLst/>
                <a:uFillTx/>
                <a:latin typeface="Courier New"/>
              </a:rPr>
              <a:t>Maintain family farm  Neglected-Farm          Inspect              Landholding</a:t>
            </a:r>
            <a:endParaRPr b="0" lang="en-US" sz="1300" strike="noStrike" u="none">
              <a:solidFill>
                <a:srgbClr val="ffffff"/>
              </a:solidFill>
              <a:effectLst/>
              <a:uFillTx/>
              <a:latin typeface="Arial"/>
            </a:endParaRPr>
          </a:p>
          <a:p>
            <a:pPr>
              <a:lnSpc>
                <a:spcPct val="100000"/>
              </a:lnSpc>
              <a:spcAft>
                <a:spcPts val="431"/>
              </a:spcAft>
            </a:pPr>
            <a:r>
              <a:rPr b="0" lang="en-US" sz="1300" strike="noStrike" u="none">
                <a:solidFill>
                  <a:srgbClr val="ffffff"/>
                </a:solidFill>
                <a:effectLst/>
                <a:uFillTx/>
                <a:latin typeface="Courier New"/>
              </a:rPr>
              <a:t>Maintain family farm  Unworked-Field          Cultivate            Tool</a:t>
            </a:r>
            <a:endParaRPr b="0" lang="en-US" sz="1300" strike="noStrike" u="none">
              <a:solidFill>
                <a:srgbClr val="ffffff"/>
              </a:solidFill>
              <a:effectLst/>
              <a:uFillTx/>
              <a:latin typeface="Arial"/>
            </a:endParaRPr>
          </a:p>
          <a:p>
            <a:pPr>
              <a:lnSpc>
                <a:spcPct val="100000"/>
              </a:lnSpc>
              <a:spcAft>
                <a:spcPts val="431"/>
              </a:spcAft>
            </a:pPr>
            <a:r>
              <a:rPr b="0" lang="en-US" sz="1300" strike="noStrike" u="none">
                <a:solidFill>
                  <a:srgbClr val="ffffff"/>
                </a:solidFill>
                <a:effectLst/>
                <a:uFillTx/>
                <a:latin typeface="Courier New"/>
              </a:rPr>
              <a:t>Maintain family farm  Low-Sustenance          Produce              Food</a:t>
            </a:r>
            <a:endParaRPr b="0" lang="en-US" sz="1300" strike="noStrike" u="none">
              <a:solidFill>
                <a:srgbClr val="ffffff"/>
              </a:solidFill>
              <a:effectLst/>
              <a:uFillTx/>
              <a:latin typeface="Arial"/>
            </a:endParaRPr>
          </a:p>
          <a:p>
            <a:pPr>
              <a:lnSpc>
                <a:spcPct val="100000"/>
              </a:lnSpc>
              <a:spcAft>
                <a:spcPts val="431"/>
              </a:spcAft>
            </a:pPr>
            <a:r>
              <a:rPr b="0" lang="en-US" sz="1300" strike="noStrike" u="none">
                <a:solidFill>
                  <a:srgbClr val="ffffff"/>
                </a:solidFill>
                <a:effectLst/>
                <a:uFillTx/>
                <a:latin typeface="Courier New"/>
              </a:rPr>
              <a:t>Maintain family farm  Depleted-Resources      Acquire              Water-Source</a:t>
            </a:r>
            <a:endParaRPr b="0" lang="en-US" sz="1300" strike="noStrike" u="none">
              <a:solidFill>
                <a:srgbClr val="ffffff"/>
              </a:solidFill>
              <a:effectLst/>
              <a:uFillTx/>
              <a:latin typeface="Arial"/>
            </a:endParaRPr>
          </a:p>
          <a:p>
            <a:pPr>
              <a:lnSpc>
                <a:spcPct val="100000"/>
              </a:lnSpc>
              <a:spcAft>
                <a:spcPts val="431"/>
              </a:spcAft>
            </a:pPr>
            <a:r>
              <a:rPr b="0" lang="en-US" sz="1300" strike="noStrike" u="none">
                <a:solidFill>
                  <a:srgbClr val="ffffff"/>
                </a:solidFill>
                <a:effectLst/>
                <a:uFillTx/>
                <a:latin typeface="Courier New"/>
              </a:rPr>
              <a:t>Maintain family farm  Low-Energy              Rest                 Shelter</a:t>
            </a:r>
            <a:endParaRPr b="0" lang="en-US" sz="1300" strike="noStrike" u="none">
              <a:solidFill>
                <a:srgbClr val="ffffff"/>
              </a:solidFill>
              <a:effectLst/>
              <a:uFillTx/>
              <a:latin typeface="Arial"/>
            </a:endParaRPr>
          </a:p>
          <a:p>
            <a:pPr>
              <a:lnSpc>
                <a:spcPct val="100000"/>
              </a:lnSpc>
              <a:spcAft>
                <a:spcPts val="575"/>
              </a:spcAft>
            </a:pPr>
            <a:r>
              <a:rPr b="0" lang="en-US" sz="1300" strike="noStrike" u="none">
                <a:solidFill>
                  <a:srgbClr val="ffffff"/>
                </a:solidFill>
                <a:effectLst/>
                <a:uFillTx/>
                <a:latin typeface="Courier New"/>
              </a:rPr>
              <a:t>My own family         Alone                   FormRelationship     Person</a:t>
            </a:r>
            <a:endParaRPr b="0" lang="en-US" sz="1300" strike="noStrike" u="none">
              <a:solidFill>
                <a:srgbClr val="ffffff"/>
              </a:solidFill>
              <a:effectLst/>
              <a:uFillTx/>
              <a:latin typeface="Arial"/>
            </a:endParaRPr>
          </a:p>
          <a:p>
            <a:pPr>
              <a:lnSpc>
                <a:spcPct val="100000"/>
              </a:lnSpc>
              <a:spcAft>
                <a:spcPts val="431"/>
              </a:spcAft>
            </a:pPr>
            <a:r>
              <a:rPr b="0" lang="en-US" sz="1300" strike="noStrike" u="none">
                <a:solidFill>
                  <a:srgbClr val="ffffff"/>
                </a:solidFill>
                <a:effectLst/>
                <a:uFillTx/>
                <a:latin typeface="Courier New"/>
              </a:rPr>
              <a:t>My own family         WithoutFamily           EstablishFamilyUnit  Person</a:t>
            </a:r>
            <a:endParaRPr b="0" lang="en-US" sz="1300" strike="noStrike" u="none">
              <a:solidFill>
                <a:srgbClr val="ffffff"/>
              </a:solidFill>
              <a:effectLst/>
              <a:uFillTx/>
              <a:latin typeface="Arial"/>
            </a:endParaRPr>
          </a:p>
          <a:p>
            <a:pPr>
              <a:lnSpc>
                <a:spcPct val="100000"/>
              </a:lnSpc>
              <a:spcAft>
                <a:spcPts val="431"/>
              </a:spcAft>
            </a:pPr>
            <a:r>
              <a:rPr b="0" lang="en-US" sz="1300" strike="noStrike" u="none">
                <a:solidFill>
                  <a:srgbClr val="ffffff"/>
                </a:solidFill>
                <a:effectLst/>
                <a:uFillTx/>
                <a:latin typeface="Courier New"/>
              </a:rPr>
              <a:t>My own family         WithoutFamily           AcquireResidence     Housing</a:t>
            </a:r>
            <a:endParaRPr b="0" lang="en-US" sz="1300" strike="noStrike" u="none">
              <a:solidFill>
                <a:srgbClr val="ffffff"/>
              </a:solidFill>
              <a:effectLst/>
              <a:uFillTx/>
              <a:latin typeface="Arial"/>
            </a:endParaRPr>
          </a:p>
          <a:p>
            <a:pPr>
              <a:lnSpc>
                <a:spcPct val="100000"/>
              </a:lnSpc>
              <a:spcAft>
                <a:spcPts val="431"/>
              </a:spcAft>
            </a:pPr>
            <a:r>
              <a:rPr b="0" lang="en-US" sz="1300" strike="noStrike" u="none">
                <a:solidFill>
                  <a:srgbClr val="ffffff"/>
                </a:solidFill>
                <a:effectLst/>
                <a:uFillTx/>
                <a:latin typeface="Courier New"/>
              </a:rPr>
              <a:t>My own family         Uncommitted             FormalizeBond        </a:t>
            </a:r>
            <a:r>
              <a:rPr b="0" lang="en-US" sz="1300" strike="noStrike" u="none">
                <a:solidFill>
                  <a:schemeClr val="accent4">
                    <a:lumMod val="75000"/>
                  </a:schemeClr>
                </a:solidFill>
                <a:effectLst/>
                <a:uFillTx/>
                <a:latin typeface="Courier New"/>
              </a:rPr>
              <a:t>Document</a:t>
            </a:r>
            <a:endParaRPr b="0" lang="en-US" sz="1300" strike="noStrike" u="none">
              <a:solidFill>
                <a:srgbClr val="ffffff"/>
              </a:solidFill>
              <a:effectLst/>
              <a:uFillTx/>
              <a:latin typeface="Arial"/>
            </a:endParaRPr>
          </a:p>
          <a:p>
            <a:pPr>
              <a:lnSpc>
                <a:spcPct val="100000"/>
              </a:lnSpc>
            </a:pPr>
            <a:r>
              <a:rPr b="0" lang="en-US" sz="1300" strike="noStrike" u="none">
                <a:solidFill>
                  <a:srgbClr val="ffffff"/>
                </a:solidFill>
                <a:effectLst/>
                <a:uFillTx/>
                <a:latin typeface="Courier New"/>
              </a:rPr>
              <a:t>My own family         Uncommitted             ParticipateCeremony  PlaceOfUnion</a:t>
            </a:r>
            <a:endParaRPr b="0" lang="en-US" sz="1300" strike="noStrike" u="none">
              <a:solidFill>
                <a:srgbClr val="ffffff"/>
              </a:solidFill>
              <a:effectLst/>
              <a:uFillTx/>
              <a:latin typeface="Arial"/>
            </a:endParaRPr>
          </a:p>
        </p:txBody>
      </p:sp>
      <p:sp>
        <p:nvSpPr>
          <p:cNvPr id="83" name="PlaceHolder 1"/>
          <p:cNvSpPr>
            <a:spLocks noGrp="1"/>
          </p:cNvSpPr>
          <p:nvPr>
            <p:ph type="title"/>
          </p:nvPr>
        </p:nvSpPr>
        <p:spPr>
          <a:xfrm>
            <a:off x="311760" y="119880"/>
            <a:ext cx="8515440" cy="621720"/>
          </a:xfrm>
          <a:prstGeom prst="rect">
            <a:avLst/>
          </a:prstGeom>
          <a:noFill/>
          <a:ln w="0">
            <a:noFill/>
          </a:ln>
        </p:spPr>
        <p:txBody>
          <a:bodyPr lIns="0" rIns="0" tIns="0" bIns="0" anchor="ctr">
            <a:noAutofit/>
          </a:bodyPr>
          <a:p>
            <a:pPr indent="0" algn="ctr">
              <a:lnSpc>
                <a:spcPct val="100000"/>
              </a:lnSpc>
              <a:buNone/>
              <a:tabLst>
                <a:tab algn="l" pos="0"/>
              </a:tabLst>
            </a:pPr>
            <a:r>
              <a:rPr b="1" i="1" lang="en-US" sz="2800" strike="noStrike" u="sng">
                <a:solidFill>
                  <a:srgbClr val="ffffff"/>
                </a:solidFill>
                <a:effectLst/>
                <a:uFillTx/>
                <a:latin typeface="Arial"/>
              </a:rPr>
              <a:t>Activity Thoughts</a:t>
            </a:r>
            <a:endParaRPr b="0" lang="en-US" sz="2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398160" y="84600"/>
            <a:ext cx="8515440" cy="621720"/>
          </a:xfrm>
          <a:prstGeom prst="rect">
            <a:avLst/>
          </a:prstGeom>
          <a:noFill/>
          <a:ln w="0">
            <a:noFill/>
          </a:ln>
        </p:spPr>
        <p:txBody>
          <a:bodyPr lIns="0" rIns="0" tIns="0" bIns="0" anchor="ctr">
            <a:noAutofit/>
          </a:bodyPr>
          <a:p>
            <a:pPr indent="0" algn="ctr">
              <a:lnSpc>
                <a:spcPct val="100000"/>
              </a:lnSpc>
              <a:buNone/>
              <a:tabLst>
                <a:tab algn="l" pos="0"/>
              </a:tabLst>
            </a:pPr>
            <a:r>
              <a:rPr b="1" i="1" lang="en-US" sz="2800" strike="noStrike" u="sng">
                <a:solidFill>
                  <a:srgbClr val="ffffff"/>
                </a:solidFill>
                <a:effectLst/>
                <a:uFillTx/>
                <a:latin typeface="Arial"/>
              </a:rPr>
              <a:t>Activity Thoughts</a:t>
            </a:r>
            <a:r>
              <a:rPr b="0" lang="en-US" sz="2400" strike="noStrike" u="sng">
                <a:solidFill>
                  <a:srgbClr val="ffffff"/>
                </a:solidFill>
                <a:effectLst/>
                <a:uFillTx/>
                <a:latin typeface="Arial"/>
              </a:rPr>
              <a:t> </a:t>
            </a:r>
            <a:endParaRPr b="0" lang="en-US" sz="2400" strike="noStrike" u="none">
              <a:solidFill>
                <a:srgbClr val="ffffff"/>
              </a:solidFill>
              <a:effectLst/>
              <a:uFillTx/>
              <a:latin typeface="Arial"/>
            </a:endParaRPr>
          </a:p>
        </p:txBody>
      </p:sp>
      <p:sp>
        <p:nvSpPr>
          <p:cNvPr id="85" name="PlaceHolder 2"/>
          <p:cNvSpPr>
            <a:spLocks noGrp="1"/>
          </p:cNvSpPr>
          <p:nvPr>
            <p:ph/>
          </p:nvPr>
        </p:nvSpPr>
        <p:spPr>
          <a:xfrm>
            <a:off x="419760" y="786960"/>
            <a:ext cx="8300520" cy="4203000"/>
          </a:xfrm>
          <a:prstGeom prst="rect">
            <a:avLst/>
          </a:prstGeom>
          <a:noFill/>
          <a:ln w="0">
            <a:solidFill>
              <a:schemeClr val="dk1">
                <a:lumMod val="50000"/>
                <a:lumOff val="50000"/>
              </a:schemeClr>
            </a:solidFill>
          </a:ln>
        </p:spPr>
        <p:txBody>
          <a:bodyPr lIns="0" rIns="0" tIns="0" bIns="0" anchor="t">
            <a:normAutofit fontScale="62500" lnSpcReduction="19999"/>
          </a:bodyPr>
          <a:p>
            <a:pPr indent="0">
              <a:lnSpc>
                <a:spcPct val="100000"/>
              </a:lnSpc>
              <a:spcBef>
                <a:spcPts val="431"/>
              </a:spcBef>
              <a:buNone/>
              <a:tabLst>
                <a:tab algn="l" pos="0"/>
              </a:tabLst>
            </a:pPr>
            <a:r>
              <a:rPr b="1" lang="en-US" sz="1800" strike="noStrike" u="sng">
                <a:solidFill>
                  <a:srgbClr val="ffffff"/>
                </a:solidFill>
                <a:effectLst/>
                <a:uFillTx/>
                <a:latin typeface="Courier New"/>
              </a:rPr>
              <a:t>drive</a:t>
            </a:r>
            <a:r>
              <a:rPr b="0" lang="en-US" sz="1800" strike="noStrike" u="none">
                <a:solidFill>
                  <a:srgbClr val="ffffff"/>
                </a:solidFill>
                <a:effectLst/>
                <a:uFillTx/>
                <a:latin typeface="Courier New"/>
              </a:rPr>
              <a:t>                           </a:t>
            </a:r>
            <a:r>
              <a:rPr b="1" lang="en-US" sz="1800" strike="noStrike" u="sng">
                <a:solidFill>
                  <a:srgbClr val="ffffff"/>
                </a:solidFill>
                <a:effectLst/>
                <a:uFillTx/>
                <a:latin typeface="Courier New"/>
              </a:rPr>
              <a:t>axis</a:t>
            </a:r>
            <a:r>
              <a:rPr b="0" lang="en-US" sz="1800" strike="noStrike" u="none">
                <a:solidFill>
                  <a:srgbClr val="ffffff"/>
                </a:solidFill>
                <a:effectLst/>
                <a:uFillTx/>
                <a:latin typeface="Courier New"/>
              </a:rPr>
              <a:t>                            </a:t>
            </a:r>
            <a:r>
              <a:rPr b="1" lang="en-US" sz="1800" strike="noStrike" u="sng">
                <a:solidFill>
                  <a:srgbClr val="ffffff"/>
                </a:solidFill>
                <a:effectLst/>
                <a:uFillTx/>
                <a:latin typeface="Courier New"/>
              </a:rPr>
              <a:t>activity</a:t>
            </a:r>
            <a:r>
              <a:rPr b="0" lang="en-US" sz="1800" strike="noStrike" u="none">
                <a:solidFill>
                  <a:srgbClr val="ffffff"/>
                </a:solidFill>
                <a:effectLst/>
                <a:uFillTx/>
                <a:latin typeface="Courier New"/>
              </a:rPr>
              <a:t>        </a:t>
            </a:r>
            <a:r>
              <a:rPr b="1" lang="en-US" sz="1800" strike="noStrike" u="sng">
                <a:solidFill>
                  <a:srgbClr val="ffffff"/>
                </a:solidFill>
                <a:effectLst/>
                <a:uFillTx/>
                <a:latin typeface="Courier New"/>
              </a:rPr>
              <a:t>itemclass</a:t>
            </a:r>
            <a:endParaRPr b="0" lang="en-US" sz="1800" strike="noStrike" u="none">
              <a:solidFill>
                <a:srgbClr val="ffffff"/>
              </a:solidFill>
              <a:effectLst/>
              <a:uFillTx/>
              <a:latin typeface="Arial"/>
            </a:endParaRPr>
          </a:p>
          <a:p>
            <a:pPr indent="0">
              <a:lnSpc>
                <a:spcPct val="100000"/>
              </a:lnSpc>
              <a:spcBef>
                <a:spcPts val="431"/>
              </a:spcBef>
              <a:buNone/>
              <a:tabLst>
                <a:tab algn="l" pos="0"/>
              </a:tabLst>
            </a:pPr>
            <a:r>
              <a:rPr b="0" lang="en-US" sz="1800" strike="noStrike" u="none">
                <a:solidFill>
                  <a:srgbClr val="ffffff"/>
                </a:solidFill>
                <a:effectLst/>
                <a:uFillTx/>
                <a:latin typeface="Courier New"/>
              </a:rPr>
              <a:t>Find a way out of the forest.   In-Forest                       Travel          Path</a:t>
            </a:r>
            <a:endParaRPr b="0" lang="en-US" sz="1800" strike="noStrike" u="none">
              <a:solidFill>
                <a:srgbClr val="ffffff"/>
              </a:solidFill>
              <a:effectLst/>
              <a:uFillTx/>
              <a:latin typeface="Arial"/>
            </a:endParaRPr>
          </a:p>
          <a:p>
            <a:pPr indent="0">
              <a:lnSpc>
                <a:spcPct val="100000"/>
              </a:lnSpc>
              <a:spcBef>
                <a:spcPts val="431"/>
              </a:spcBef>
              <a:buNone/>
              <a:tabLst>
                <a:tab algn="l" pos="0"/>
              </a:tabLst>
            </a:pPr>
            <a:r>
              <a:rPr b="0" lang="en-US" sz="1800" strike="noStrike" u="none">
                <a:solidFill>
                  <a:srgbClr val="ffffff"/>
                </a:solidFill>
                <a:effectLst/>
                <a:uFillTx/>
                <a:latin typeface="Courier New"/>
              </a:rPr>
              <a:t>Find a way out of the forest.   In-Forest                       Reach           Settlement</a:t>
            </a:r>
            <a:endParaRPr b="0" lang="en-US" sz="1800" strike="noStrike" u="none">
              <a:solidFill>
                <a:srgbClr val="ffffff"/>
              </a:solidFill>
              <a:effectLst/>
              <a:uFillTx/>
              <a:latin typeface="Arial"/>
            </a:endParaRPr>
          </a:p>
          <a:p>
            <a:pPr indent="0">
              <a:lnSpc>
                <a:spcPct val="100000"/>
              </a:lnSpc>
              <a:spcBef>
                <a:spcPts val="431"/>
              </a:spcBef>
              <a:buNone/>
              <a:tabLst>
                <a:tab algn="l" pos="0"/>
              </a:tabLst>
            </a:pPr>
            <a:r>
              <a:rPr b="0" lang="en-US" sz="1800" strike="noStrike" u="none">
                <a:solidFill>
                  <a:srgbClr val="ffffff"/>
                </a:solidFill>
                <a:effectLst/>
                <a:uFillTx/>
                <a:latin typeface="Courier New"/>
              </a:rPr>
              <a:t>Find a way out of the forest.   In-Forest                       Enter           Clearing</a:t>
            </a:r>
            <a:endParaRPr b="0" lang="en-US" sz="1800" strike="noStrike" u="none">
              <a:solidFill>
                <a:srgbClr val="ffffff"/>
              </a:solidFill>
              <a:effectLst/>
              <a:uFillTx/>
              <a:latin typeface="Arial"/>
            </a:endParaRPr>
          </a:p>
          <a:p>
            <a:pPr indent="0">
              <a:lnSpc>
                <a:spcPct val="100000"/>
              </a:lnSpc>
              <a:spcBef>
                <a:spcPts val="431"/>
              </a:spcBef>
              <a:buNone/>
              <a:tabLst>
                <a:tab algn="l" pos="0"/>
              </a:tabLst>
            </a:pPr>
            <a:r>
              <a:rPr b="0" lang="en-US" sz="1800" strike="noStrike" u="none">
                <a:solidFill>
                  <a:srgbClr val="ffffff"/>
                </a:solidFill>
                <a:effectLst/>
                <a:uFillTx/>
                <a:latin typeface="Courier New"/>
              </a:rPr>
              <a:t>Find a way out of the forest.   Lost                            Orient          Landmark</a:t>
            </a:r>
            <a:endParaRPr b="0" lang="en-US" sz="1800" strike="noStrike" u="none">
              <a:solidFill>
                <a:srgbClr val="ffffff"/>
              </a:solidFill>
              <a:effectLst/>
              <a:uFillTx/>
              <a:latin typeface="Arial"/>
            </a:endParaRPr>
          </a:p>
          <a:p>
            <a:pPr indent="0">
              <a:lnSpc>
                <a:spcPct val="100000"/>
              </a:lnSpc>
              <a:spcBef>
                <a:spcPts val="431"/>
              </a:spcBef>
              <a:buNone/>
              <a:tabLst>
                <a:tab algn="l" pos="0"/>
              </a:tabLst>
            </a:pPr>
            <a:r>
              <a:rPr b="0" lang="en-US" sz="1800" strike="noStrike" u="none">
                <a:solidFill>
                  <a:srgbClr val="ffffff"/>
                </a:solidFill>
                <a:effectLst/>
                <a:uFillTx/>
                <a:latin typeface="Courier New"/>
              </a:rPr>
              <a:t>Find Hut1.                      Does-Not-Know-Location-of-Hut1  Search          Shelter</a:t>
            </a:r>
            <a:endParaRPr b="0" lang="en-US" sz="1800" strike="noStrike" u="none">
              <a:solidFill>
                <a:srgbClr val="ffffff"/>
              </a:solidFill>
              <a:effectLst/>
              <a:uFillTx/>
              <a:latin typeface="Arial"/>
            </a:endParaRPr>
          </a:p>
          <a:p>
            <a:pPr indent="0">
              <a:lnSpc>
                <a:spcPct val="100000"/>
              </a:lnSpc>
              <a:spcBef>
                <a:spcPts val="431"/>
              </a:spcBef>
              <a:buNone/>
              <a:tabLst>
                <a:tab algn="l" pos="0"/>
              </a:tabLst>
            </a:pPr>
            <a:r>
              <a:rPr b="0" lang="en-US" sz="1800" strike="noStrike" u="none">
                <a:solidFill>
                  <a:srgbClr val="ffffff"/>
                </a:solidFill>
                <a:effectLst/>
                <a:uFillTx/>
                <a:latin typeface="Courier New"/>
              </a:rPr>
              <a:t>Find Hut1.                      Does-Not-Know-Location-of-Hut1  Ask             Person</a:t>
            </a:r>
            <a:endParaRPr b="0" lang="en-US" sz="1800" strike="noStrike" u="none">
              <a:solidFill>
                <a:srgbClr val="ffffff"/>
              </a:solidFill>
              <a:effectLst/>
              <a:uFillTx/>
              <a:latin typeface="Arial"/>
            </a:endParaRPr>
          </a:p>
          <a:p>
            <a:pPr indent="0">
              <a:lnSpc>
                <a:spcPct val="100000"/>
              </a:lnSpc>
              <a:spcBef>
                <a:spcPts val="431"/>
              </a:spcBef>
              <a:buNone/>
              <a:tabLst>
                <a:tab algn="l" pos="0"/>
              </a:tabLst>
            </a:pPr>
            <a:r>
              <a:rPr b="0" lang="en-US" sz="1800" strike="noStrike" u="none">
                <a:solidFill>
                  <a:srgbClr val="ffffff"/>
                </a:solidFill>
                <a:effectLst/>
                <a:uFillTx/>
                <a:latin typeface="Courier New"/>
              </a:rPr>
              <a:t>Find Hut1.                      Does-Not-Know-Location-of-Hut1  Explore         Place</a:t>
            </a:r>
            <a:endParaRPr b="0" lang="en-US" sz="1800" strike="noStrike" u="none">
              <a:solidFill>
                <a:srgbClr val="ffffff"/>
              </a:solidFill>
              <a:effectLst/>
              <a:uFillTx/>
              <a:latin typeface="Arial"/>
            </a:endParaRPr>
          </a:p>
          <a:p>
            <a:pPr indent="0">
              <a:lnSpc>
                <a:spcPct val="100000"/>
              </a:lnSpc>
              <a:spcBef>
                <a:spcPts val="431"/>
              </a:spcBef>
              <a:buNone/>
              <a:tabLst>
                <a:tab algn="l" pos="0"/>
              </a:tabLst>
            </a:pPr>
            <a:r>
              <a:rPr b="0" lang="en-US" sz="1800" strike="noStrike" u="none">
                <a:solidFill>
                  <a:srgbClr val="ffffff"/>
                </a:solidFill>
                <a:effectLst/>
                <a:uFillTx/>
                <a:latin typeface="Courier New"/>
              </a:rPr>
              <a:t>Live and survive safely whi...  Hungry                          Eat             Food</a:t>
            </a:r>
            <a:endParaRPr b="0" lang="en-US" sz="1800" strike="noStrike" u="none">
              <a:solidFill>
                <a:srgbClr val="ffffff"/>
              </a:solidFill>
              <a:effectLst/>
              <a:uFillTx/>
              <a:latin typeface="Arial"/>
            </a:endParaRPr>
          </a:p>
          <a:p>
            <a:pPr indent="0">
              <a:lnSpc>
                <a:spcPct val="100000"/>
              </a:lnSpc>
              <a:spcBef>
                <a:spcPts val="431"/>
              </a:spcBef>
              <a:buNone/>
              <a:tabLst>
                <a:tab algn="l" pos="0"/>
              </a:tabLst>
            </a:pPr>
            <a:r>
              <a:rPr b="0" lang="en-US" sz="1800" strike="noStrike" u="none">
                <a:solidFill>
                  <a:srgbClr val="ffffff"/>
                </a:solidFill>
                <a:effectLst/>
                <a:uFillTx/>
                <a:latin typeface="Courier New"/>
              </a:rPr>
              <a:t>Live and survive safely whi...  Thirsty                         Drink           Water Source</a:t>
            </a:r>
            <a:endParaRPr b="0" lang="en-US" sz="1800" strike="noStrike" u="none">
              <a:solidFill>
                <a:srgbClr val="ffffff"/>
              </a:solidFill>
              <a:effectLst/>
              <a:uFillTx/>
              <a:latin typeface="Arial"/>
            </a:endParaRPr>
          </a:p>
          <a:p>
            <a:pPr indent="0">
              <a:lnSpc>
                <a:spcPct val="100000"/>
              </a:lnSpc>
              <a:spcBef>
                <a:spcPts val="431"/>
              </a:spcBef>
              <a:buNone/>
              <a:tabLst>
                <a:tab algn="l" pos="0"/>
              </a:tabLst>
            </a:pPr>
            <a:r>
              <a:rPr b="0" lang="en-US" sz="1800" strike="noStrike" u="none">
                <a:solidFill>
                  <a:srgbClr val="ffffff"/>
                </a:solidFill>
                <a:effectLst/>
                <a:uFillTx/>
                <a:latin typeface="Courier New"/>
              </a:rPr>
              <a:t>Live and survive safely whi...  Fatigued                        Rest            Shelter</a:t>
            </a:r>
            <a:endParaRPr b="0" lang="en-US" sz="1800" strike="noStrike" u="none">
              <a:solidFill>
                <a:srgbClr val="ffffff"/>
              </a:solidFill>
              <a:effectLst/>
              <a:uFillTx/>
              <a:latin typeface="Arial"/>
            </a:endParaRPr>
          </a:p>
          <a:p>
            <a:pPr indent="0">
              <a:lnSpc>
                <a:spcPct val="100000"/>
              </a:lnSpc>
              <a:spcBef>
                <a:spcPts val="431"/>
              </a:spcBef>
              <a:buNone/>
              <a:tabLst>
                <a:tab algn="l" pos="0"/>
              </a:tabLst>
            </a:pPr>
            <a:r>
              <a:rPr b="0" lang="en-US" sz="1800" strike="noStrike" u="none">
                <a:solidFill>
                  <a:srgbClr val="ffffff"/>
                </a:solidFill>
                <a:effectLst/>
                <a:uFillTx/>
                <a:latin typeface="Courier New"/>
              </a:rPr>
              <a:t>Live and survive safely whi...  Lost                            Navigate        Exit Location</a:t>
            </a:r>
            <a:endParaRPr b="0" lang="en-US" sz="1800" strike="noStrike" u="none">
              <a:solidFill>
                <a:srgbClr val="ffffff"/>
              </a:solidFill>
              <a:effectLst/>
              <a:uFillTx/>
              <a:latin typeface="Arial"/>
            </a:endParaRPr>
          </a:p>
          <a:p>
            <a:pPr indent="0">
              <a:lnSpc>
                <a:spcPct val="100000"/>
              </a:lnSpc>
              <a:spcBef>
                <a:spcPts val="431"/>
              </a:spcBef>
              <a:buNone/>
              <a:tabLst>
                <a:tab algn="l" pos="0"/>
              </a:tabLst>
            </a:pPr>
            <a:r>
              <a:rPr b="0" lang="en-US" sz="1800" strike="noStrike" u="none">
                <a:solidFill>
                  <a:srgbClr val="ffffff"/>
                </a:solidFill>
                <a:effectLst/>
                <a:uFillTx/>
                <a:latin typeface="Courier New"/>
              </a:rPr>
              <a:t>Live and survive safely whi...  Unrescued                       Wait            Safe Waiting Area</a:t>
            </a:r>
            <a:endParaRPr b="0" lang="en-US" sz="1800" strike="noStrike" u="none">
              <a:solidFill>
                <a:srgbClr val="ffffff"/>
              </a:solidFill>
              <a:effectLst/>
              <a:uFillTx/>
              <a:latin typeface="Arial"/>
            </a:endParaRPr>
          </a:p>
          <a:p>
            <a:pPr indent="0">
              <a:lnSpc>
                <a:spcPct val="100000"/>
              </a:lnSpc>
              <a:spcBef>
                <a:spcPts val="431"/>
              </a:spcBef>
              <a:buNone/>
              <a:tabLst>
                <a:tab algn="l" pos="0"/>
              </a:tabLst>
            </a:pPr>
            <a:r>
              <a:rPr b="0" lang="en-US" sz="1800" strike="noStrike" u="none">
                <a:solidFill>
                  <a:srgbClr val="ffffff"/>
                </a:solidFill>
                <a:effectLst/>
                <a:uFillTx/>
                <a:latin typeface="Courier New"/>
              </a:rPr>
              <a:t>companionship, community, f...  Isolated                        GatherWith      Person</a:t>
            </a:r>
            <a:endParaRPr b="0" lang="en-US" sz="1800" strike="noStrike" u="none">
              <a:solidFill>
                <a:srgbClr val="ffffff"/>
              </a:solidFill>
              <a:effectLst/>
              <a:uFillTx/>
              <a:latin typeface="Arial"/>
            </a:endParaRPr>
          </a:p>
          <a:p>
            <a:pPr indent="0">
              <a:lnSpc>
                <a:spcPct val="100000"/>
              </a:lnSpc>
              <a:spcBef>
                <a:spcPts val="431"/>
              </a:spcBef>
              <a:buNone/>
              <a:tabLst>
                <a:tab algn="l" pos="0"/>
              </a:tabLst>
            </a:pPr>
            <a:r>
              <a:rPr b="0" lang="en-US" sz="1800" strike="noStrike" u="none">
                <a:solidFill>
                  <a:srgbClr val="ffffff"/>
                </a:solidFill>
                <a:effectLst/>
                <a:uFillTx/>
                <a:latin typeface="Courier New"/>
              </a:rPr>
              <a:t>companionship, community, f...  Stranger                        BuildTrustWith  Person</a:t>
            </a:r>
            <a:endParaRPr b="0" lang="en-US" sz="1800" strike="noStrike" u="none">
              <a:solidFill>
                <a:srgbClr val="ffffff"/>
              </a:solidFill>
              <a:effectLst/>
              <a:uFillTx/>
              <a:latin typeface="Arial"/>
            </a:endParaRPr>
          </a:p>
          <a:p>
            <a:pPr indent="0">
              <a:lnSpc>
                <a:spcPct val="100000"/>
              </a:lnSpc>
              <a:spcBef>
                <a:spcPts val="431"/>
              </a:spcBef>
              <a:buNone/>
              <a:tabLst>
                <a:tab algn="l" pos="0"/>
              </a:tabLst>
            </a:pPr>
            <a:r>
              <a:rPr b="0" lang="en-US" sz="1800" strike="noStrike" u="none">
                <a:solidFill>
                  <a:srgbClr val="ffffff"/>
                </a:solidFill>
                <a:effectLst/>
                <a:uFillTx/>
                <a:latin typeface="Courier New"/>
              </a:rPr>
              <a:t>companionship, community, f...  Unaccepted                      BeWelcomedBy    Person</a:t>
            </a:r>
            <a:endParaRPr b="0" lang="en-US" sz="1800" strike="noStrike" u="none">
              <a:solidFill>
                <a:srgbClr val="ffffff"/>
              </a:solidFill>
              <a:effectLst/>
              <a:uFillTx/>
              <a:latin typeface="Arial"/>
            </a:endParaRPr>
          </a:p>
          <a:p>
            <a:pPr indent="0">
              <a:lnSpc>
                <a:spcPct val="100000"/>
              </a:lnSpc>
              <a:spcBef>
                <a:spcPts val="431"/>
              </a:spcBef>
              <a:buNone/>
              <a:tabLst>
                <a:tab algn="l" pos="0"/>
              </a:tabLst>
            </a:pPr>
            <a:r>
              <a:rPr b="0" lang="en-US" sz="1800" strike="noStrike" u="none">
                <a:solidFill>
                  <a:srgbClr val="ffffff"/>
                </a:solidFill>
                <a:effectLst/>
                <a:uFillTx/>
                <a:latin typeface="Courier New"/>
              </a:rPr>
              <a:t>Maintain hydration — avoid ...  Thirsty                         Consume         WaterSource</a:t>
            </a:r>
            <a:endParaRPr b="0" lang="en-US" sz="1800" strike="noStrike" u="none">
              <a:solidFill>
                <a:srgbClr val="ffffff"/>
              </a:solidFill>
              <a:effectLst/>
              <a:uFillTx/>
              <a:latin typeface="Arial"/>
            </a:endParaRPr>
          </a:p>
          <a:p>
            <a:pPr indent="0">
              <a:lnSpc>
                <a:spcPct val="100000"/>
              </a:lnSpc>
              <a:spcBef>
                <a:spcPts val="431"/>
              </a:spcBef>
              <a:buNone/>
              <a:tabLst>
                <a:tab algn="l" pos="0"/>
              </a:tabLst>
            </a:pPr>
            <a:r>
              <a:rPr b="0" lang="en-US" sz="1800" strike="noStrike" u="none">
                <a:solidFill>
                  <a:srgbClr val="ffffff"/>
                </a:solidFill>
                <a:effectLst/>
                <a:uFillTx/>
                <a:latin typeface="Courier New"/>
              </a:rPr>
              <a:t>Maintain alertness — avoid ...  Fatigued                        Rest            Shelter</a:t>
            </a:r>
            <a:endParaRPr b="0" lang="en-US" sz="1800" strike="noStrike" u="none">
              <a:solidFill>
                <a:srgbClr val="ffffff"/>
              </a:solidFill>
              <a:effectLst/>
              <a:uFillTx/>
              <a:latin typeface="Arial"/>
            </a:endParaRPr>
          </a:p>
          <a:p>
            <a:pPr indent="0">
              <a:lnSpc>
                <a:spcPct val="100000"/>
              </a:lnSpc>
              <a:spcBef>
                <a:spcPts val="431"/>
              </a:spcBef>
              <a:buNone/>
              <a:tabLst>
                <a:tab algn="l" pos="0"/>
              </a:tabLst>
            </a:pPr>
            <a:r>
              <a:rPr b="0" lang="en-US" sz="1800" strike="noStrike" u="none">
                <a:solidFill>
                  <a:srgbClr val="ffffff"/>
                </a:solidFill>
                <a:effectLst/>
                <a:uFillTx/>
                <a:latin typeface="Courier New"/>
              </a:rPr>
              <a:t>Maintain energy — avoid hun...  Hungry                          Eat             Food</a:t>
            </a:r>
            <a:endParaRPr b="0" lang="en-US" sz="1800" strike="noStrike" u="none">
              <a:solidFill>
                <a:srgbClr val="ffffff"/>
              </a:solidFill>
              <a:effectLst/>
              <a:uFillTx/>
              <a:latin typeface="Arial"/>
            </a:endParaRPr>
          </a:p>
          <a:p>
            <a:pPr indent="0">
              <a:lnSpc>
                <a:spcPct val="100000"/>
              </a:lnSpc>
              <a:spcBef>
                <a:spcPts val="431"/>
              </a:spcBef>
              <a:buNone/>
              <a:tabLst>
                <a:tab algn="l" pos="0"/>
              </a:tabLst>
            </a:pPr>
            <a:r>
              <a:rPr b="0" lang="en-US" sz="1800" strike="noStrike" u="none">
                <a:solidFill>
                  <a:srgbClr val="ffffff"/>
                </a:solidFill>
                <a:effectLst/>
                <a:uFillTx/>
                <a:latin typeface="Courier New"/>
              </a:rPr>
              <a:t>Maintain energy — avoid hun...  Thirsty                         Drink           Water Source</a:t>
            </a:r>
            <a:endParaRPr b="0" lang="en-US" sz="1800" strike="noStrike" u="none">
              <a:solidFill>
                <a:srgbClr val="ffffff"/>
              </a:solidFill>
              <a:effectLst/>
              <a:uFillTx/>
              <a:latin typeface="Arial"/>
            </a:endParaRPr>
          </a:p>
          <a:p>
            <a:pPr indent="0">
              <a:lnSpc>
                <a:spcPct val="100000"/>
              </a:lnSpc>
              <a:spcBef>
                <a:spcPts val="431"/>
              </a:spcBef>
              <a:buNone/>
              <a:tabLst>
                <a:tab algn="l" pos="0"/>
              </a:tabLst>
            </a:pPr>
            <a:endParaRPr b="0" lang="en-US"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277560" y="88200"/>
            <a:ext cx="8515440" cy="621720"/>
          </a:xfrm>
          <a:prstGeom prst="rect">
            <a:avLst/>
          </a:prstGeom>
          <a:noFill/>
          <a:ln w="0">
            <a:noFill/>
          </a:ln>
        </p:spPr>
        <p:txBody>
          <a:bodyPr lIns="0" rIns="0" tIns="0" bIns="0" anchor="ctr">
            <a:noAutofit/>
          </a:bodyPr>
          <a:p>
            <a:pPr indent="0" algn="ctr">
              <a:lnSpc>
                <a:spcPct val="100000"/>
              </a:lnSpc>
              <a:buNone/>
              <a:tabLst>
                <a:tab algn="l" pos="0"/>
              </a:tabLst>
            </a:pPr>
            <a:r>
              <a:rPr b="1" i="1" lang="en-US" sz="2800" strike="noStrike" u="sng">
                <a:solidFill>
                  <a:srgbClr val="ffffff"/>
                </a:solidFill>
                <a:effectLst/>
                <a:uFillTx/>
                <a:latin typeface="Arial"/>
              </a:rPr>
              <a:t>Scenario Analysis II</a:t>
            </a:r>
            <a:endParaRPr b="0" lang="en-US" sz="2800" strike="noStrike" u="none">
              <a:solidFill>
                <a:srgbClr val="ffffff"/>
              </a:solidFill>
              <a:effectLst/>
              <a:uFillTx/>
              <a:latin typeface="Arial"/>
            </a:endParaRPr>
          </a:p>
        </p:txBody>
      </p:sp>
      <p:sp>
        <p:nvSpPr>
          <p:cNvPr id="87" name="PlaceHolder 2"/>
          <p:cNvSpPr>
            <a:spLocks noGrp="1"/>
          </p:cNvSpPr>
          <p:nvPr>
            <p:ph/>
          </p:nvPr>
        </p:nvSpPr>
        <p:spPr>
          <a:xfrm>
            <a:off x="349560" y="963720"/>
            <a:ext cx="8515440" cy="444240"/>
          </a:xfrm>
          <a:prstGeom prst="rect">
            <a:avLst/>
          </a:prstGeom>
          <a:noFill/>
          <a:ln w="0">
            <a:noFill/>
          </a:ln>
        </p:spPr>
        <p:txBody>
          <a:bodyPr lIns="0" rIns="0" tIns="0" bIns="0" anchor="t">
            <a:normAutofit fontScale="70000" lnSpcReduction="19999"/>
          </a:bodyPr>
          <a:p>
            <a:pPr marL="432000" indent="-324000">
              <a:lnSpc>
                <a:spcPct val="100000"/>
              </a:lnSpc>
              <a:spcBef>
                <a:spcPts val="145"/>
              </a:spcBef>
              <a:buClr>
                <a:srgbClr val="ffffff"/>
              </a:buClr>
              <a:buSzPct val="45000"/>
              <a:buFont typeface="Wingdings" charset="2"/>
              <a:buChar char=""/>
            </a:pPr>
            <a:r>
              <a:rPr b="0" lang="en-US" sz="1800" strike="noStrike" u="none">
                <a:solidFill>
                  <a:srgbClr val="ffffff"/>
                </a:solidFill>
                <a:effectLst/>
                <a:uFillTx/>
                <a:latin typeface="Arial"/>
              </a:rPr>
              <a:t>Activities</a:t>
            </a:r>
            <a:endParaRPr b="0" lang="en-US" sz="18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1800" strike="noStrike" u="none">
                <a:solidFill>
                  <a:srgbClr val="ffffff"/>
                </a:solidFill>
                <a:effectLst/>
                <a:uFillTx/>
                <a:latin typeface="Arial"/>
              </a:rPr>
              <a:t>We enter environments with expectations, not a blank slate.</a:t>
            </a:r>
            <a:endParaRPr b="0" lang="en-US" sz="1800" strike="noStrike" u="none">
              <a:solidFill>
                <a:srgbClr val="ffffff"/>
              </a:solidFill>
              <a:effectLst/>
              <a:uFillTx/>
              <a:latin typeface="Arial"/>
            </a:endParaRPr>
          </a:p>
        </p:txBody>
      </p:sp>
      <p:sp>
        <p:nvSpPr>
          <p:cNvPr id="88" name=""/>
          <p:cNvSpPr/>
          <p:nvPr/>
        </p:nvSpPr>
        <p:spPr>
          <a:xfrm>
            <a:off x="457200" y="1661040"/>
            <a:ext cx="8308800" cy="3367440"/>
          </a:xfrm>
          <a:prstGeom prst="rect">
            <a:avLst/>
          </a:prstGeom>
          <a:noFill/>
          <a:ln w="0">
            <a:solidFill>
              <a:srgbClr val="808080"/>
            </a:solidFill>
          </a:ln>
        </p:spPr>
        <p:style>
          <a:lnRef idx="0"/>
          <a:fillRef idx="0"/>
          <a:effectRef idx="0"/>
          <a:fontRef idx="minor"/>
        </p:style>
        <p:txBody>
          <a:bodyPr lIns="90000" rIns="90000" tIns="45000" bIns="45000" anchor="t">
            <a:noAutofit/>
          </a:bodyPr>
          <a:p>
            <a:pPr>
              <a:lnSpc>
                <a:spcPct val="100000"/>
              </a:lnSpc>
            </a:pPr>
            <a:r>
              <a:rPr b="0" lang="en-US" sz="1200" strike="noStrike" u="none">
                <a:solidFill>
                  <a:srgbClr val="ffffff"/>
                </a:solidFill>
                <a:effectLst/>
                <a:uFillTx/>
                <a:latin typeface="Courier New"/>
              </a:rPr>
              <a:t>#TASK: Generate 24-40 activities  </a:t>
            </a:r>
            <a:endParaRPr b="0" lang="en-US" sz="1200" strike="noStrike" u="none">
              <a:solidFill>
                <a:srgbClr val="ffffff"/>
              </a:solidFill>
              <a:effectLst/>
              <a:uFillTx/>
              <a:latin typeface="Arial"/>
            </a:endParaRPr>
          </a:p>
          <a:p>
            <a:pPr>
              <a:lnSpc>
                <a:spcPct val="100000"/>
              </a:lnSpc>
            </a:pPr>
            <a:r>
              <a:rPr b="0" lang="en-US" sz="1200" strike="noStrike" u="none">
                <a:solidFill>
                  <a:srgbClr val="ffffff"/>
                </a:solidFill>
                <a:effectLst/>
                <a:uFillTx/>
                <a:latin typeface="Courier New"/>
              </a:rPr>
              <a:t>#GUIDANCE</a:t>
            </a:r>
            <a:endParaRPr b="0" lang="en-US" sz="1200" strike="noStrike" u="none">
              <a:solidFill>
                <a:srgbClr val="ffffff"/>
              </a:solidFill>
              <a:effectLst/>
              <a:uFillTx/>
              <a:latin typeface="Arial"/>
            </a:endParaRPr>
          </a:p>
          <a:p>
            <a:pPr>
              <a:lnSpc>
                <a:spcPct val="100000"/>
              </a:lnSpc>
            </a:pPr>
            <a:r>
              <a:rPr b="0" lang="en-US" sz="1200" strike="noStrike" u="none">
                <a:solidFill>
                  <a:srgbClr val="ffffff"/>
                </a:solidFill>
                <a:effectLst/>
                <a:uFillTx/>
                <a:latin typeface="Courier New"/>
              </a:rPr>
              <a:t>1. Generate activities consistent with the character, their drives, and the setting.</a:t>
            </a:r>
            <a:endParaRPr b="0" lang="en-US" sz="1200" strike="noStrike" u="none">
              <a:solidFill>
                <a:srgbClr val="ffffff"/>
              </a:solidFill>
              <a:effectLst/>
              <a:uFillTx/>
              <a:latin typeface="Arial"/>
            </a:endParaRPr>
          </a:p>
          <a:p>
            <a:pPr>
              <a:lnSpc>
                <a:spcPct val="100000"/>
              </a:lnSpc>
            </a:pPr>
            <a:r>
              <a:rPr b="0" lang="en-US" sz="1200" strike="noStrike" u="none">
                <a:solidFill>
                  <a:srgbClr val="ffffff"/>
                </a:solidFill>
                <a:effectLst/>
                <a:uFillTx/>
                <a:latin typeface="Courier New"/>
              </a:rPr>
              <a:t>2. A significant number of the activities should simply be activities of daily living (ADLs) and should be located in the setting and your available roles.</a:t>
            </a:r>
            <a:endParaRPr b="0" lang="en-US" sz="1200" strike="noStrike" u="none">
              <a:solidFill>
                <a:srgbClr val="ffffff"/>
              </a:solidFill>
              <a:effectLst/>
              <a:uFillTx/>
              <a:latin typeface="Arial"/>
            </a:endParaRPr>
          </a:p>
          <a:p>
            <a:pPr>
              <a:lnSpc>
                <a:spcPct val="100000"/>
              </a:lnSpc>
            </a:pPr>
            <a:r>
              <a:rPr b="0" lang="en-US" sz="1200" strike="noStrike" u="none">
                <a:solidFill>
                  <a:srgbClr val="ffffff"/>
                </a:solidFill>
                <a:effectLst/>
                <a:uFillTx/>
                <a:latin typeface="Courier New"/>
              </a:rPr>
              <a:t>3. At least 70% of the activities should be support one or more character drives.</a:t>
            </a:r>
            <a:endParaRPr b="0" lang="en-US" sz="1200" strike="noStrike" u="none">
              <a:solidFill>
                <a:srgbClr val="ffffff"/>
              </a:solidFill>
              <a:effectLst/>
              <a:uFillTx/>
              <a:latin typeface="Arial"/>
            </a:endParaRPr>
          </a:p>
          <a:p>
            <a:pPr>
              <a:lnSpc>
                <a:spcPct val="100000"/>
              </a:lnSpc>
            </a:pPr>
            <a:r>
              <a:rPr b="0" lang="en-US" sz="1200" strike="noStrike" u="none">
                <a:solidFill>
                  <a:srgbClr val="ffffff"/>
                </a:solidFill>
                <a:effectLst/>
                <a:uFillTx/>
                <a:latin typeface="Courier New"/>
              </a:rPr>
              <a:t>4. When, where, steps MUST use ONLY ONTOLOGY nouns, verbs</a:t>
            </a:r>
            <a:endParaRPr b="0" lang="en-US" sz="1200" strike="noStrike" u="none">
              <a:solidFill>
                <a:srgbClr val="ffffff"/>
              </a:solidFill>
              <a:effectLst/>
              <a:uFillTx/>
              <a:latin typeface="Arial"/>
            </a:endParaRPr>
          </a:p>
          <a:p>
            <a:pPr>
              <a:lnSpc>
                <a:spcPct val="100000"/>
              </a:lnSpc>
            </a:pPr>
            <a:endParaRPr b="0" lang="en-US" sz="1200" strike="noStrike" u="none">
              <a:solidFill>
                <a:srgbClr val="ffffff"/>
              </a:solidFill>
              <a:effectLst/>
              <a:uFillTx/>
              <a:latin typeface="Arial"/>
            </a:endParaRPr>
          </a:p>
          <a:p>
            <a:pPr>
              <a:lnSpc>
                <a:spcPct val="100000"/>
              </a:lnSpc>
            </a:pPr>
            <a:r>
              <a:rPr b="1" lang="en-US" sz="1300" strike="noStrike" u="none">
                <a:solidFill>
                  <a:srgbClr val="ffffff"/>
                </a:solidFill>
                <a:effectLst/>
                <a:uFillTx/>
                <a:latin typeface="Courier New"/>
              </a:rPr>
              <a:t>"name": "Eat Morning Bread", </a:t>
            </a:r>
            <a:endParaRPr b="0" lang="en-US" sz="1300" strike="noStrike" u="none">
              <a:solidFill>
                <a:srgbClr val="ffffff"/>
              </a:solidFill>
              <a:effectLst/>
              <a:uFillTx/>
              <a:latin typeface="Arial"/>
            </a:endParaRPr>
          </a:p>
          <a:p>
            <a:pPr>
              <a:lnSpc>
                <a:spcPct val="100000"/>
              </a:lnSpc>
            </a:pPr>
            <a:r>
              <a:rPr b="1" lang="en-US" sz="1300" strike="noStrike" u="none">
                <a:solidFill>
                  <a:srgbClr val="ffffff"/>
                </a:solidFill>
                <a:effectLst/>
                <a:uFillTx/>
                <a:latin typeface="Courier New"/>
              </a:rPr>
              <a:t>"category": "Physiological ADLs", </a:t>
            </a:r>
            <a:endParaRPr b="0" lang="en-US" sz="1300" strike="noStrike" u="none">
              <a:solidFill>
                <a:srgbClr val="ffffff"/>
              </a:solidFill>
              <a:effectLst/>
              <a:uFillTx/>
              <a:latin typeface="Arial"/>
            </a:endParaRPr>
          </a:p>
          <a:p>
            <a:pPr>
              <a:lnSpc>
                <a:spcPct val="100000"/>
              </a:lnSpc>
            </a:pPr>
            <a:r>
              <a:rPr b="1" lang="en-US" sz="1300" strike="noStrike" u="none">
                <a:solidFill>
                  <a:srgbClr val="ffffff"/>
                </a:solidFill>
                <a:effectLst/>
                <a:uFillTx/>
                <a:latin typeface="Courier New"/>
              </a:rPr>
              <a:t>"tags": [ "physical", "solo", "routine", "survival", "indoors" ], </a:t>
            </a:r>
            <a:endParaRPr b="0" lang="en-US" sz="1300" strike="noStrike" u="none">
              <a:solidFill>
                <a:srgbClr val="ffffff"/>
              </a:solidFill>
              <a:effectLst/>
              <a:uFillTx/>
              <a:latin typeface="Arial"/>
            </a:endParaRPr>
          </a:p>
          <a:p>
            <a:pPr>
              <a:lnSpc>
                <a:spcPct val="100000"/>
              </a:lnSpc>
            </a:pPr>
            <a:r>
              <a:rPr b="1" lang="en-US" sz="1300" strike="noStrike" u="none">
                <a:solidFill>
                  <a:srgbClr val="ffffff"/>
                </a:solidFill>
                <a:effectLst/>
                <a:uFillTx/>
                <a:latin typeface="Courier New"/>
              </a:rPr>
              <a:t>"steps": [ "take bread", "consume bread", "wait for fullness" ], </a:t>
            </a:r>
            <a:endParaRPr b="0" lang="en-US" sz="1300" strike="noStrike" u="none">
              <a:solidFill>
                <a:srgbClr val="ffffff"/>
              </a:solidFill>
              <a:effectLst/>
              <a:uFillTx/>
              <a:latin typeface="Arial"/>
            </a:endParaRPr>
          </a:p>
          <a:p>
            <a:pPr>
              <a:lnSpc>
                <a:spcPct val="100000"/>
              </a:lnSpc>
            </a:pPr>
            <a:r>
              <a:rPr b="1" lang="en-US" sz="1300" strike="noStrike" u="none">
                <a:solidFill>
                  <a:srgbClr val="ffffff"/>
                </a:solidFill>
                <a:effectLst/>
                <a:uFillTx/>
                <a:latin typeface="Courier New"/>
              </a:rPr>
              <a:t>"when": "daily@morning", </a:t>
            </a:r>
            <a:endParaRPr b="0" lang="en-US" sz="1300" strike="noStrike" u="none">
              <a:solidFill>
                <a:srgbClr val="ffffff"/>
              </a:solidFill>
              <a:effectLst/>
              <a:uFillTx/>
              <a:latin typeface="Arial"/>
            </a:endParaRPr>
          </a:p>
          <a:p>
            <a:pPr>
              <a:lnSpc>
                <a:spcPct val="100000"/>
              </a:lnSpc>
            </a:pPr>
            <a:r>
              <a:rPr b="1" lang="en-US" sz="1300" strike="noStrike" u="none">
                <a:solidFill>
                  <a:srgbClr val="ffffff"/>
                </a:solidFill>
                <a:effectLst/>
                <a:uFillTx/>
                <a:latin typeface="Courier New"/>
              </a:rPr>
              <a:t>"where": [ "Farmhouse" ],</a:t>
            </a:r>
            <a:endParaRPr b="0" lang="en-US" sz="1300" strike="noStrike" u="none">
              <a:solidFill>
                <a:srgbClr val="ffffff"/>
              </a:solidFill>
              <a:effectLst/>
              <a:uFillTx/>
              <a:latin typeface="Arial"/>
            </a:endParaRPr>
          </a:p>
          <a:p>
            <a:pPr>
              <a:lnSpc>
                <a:spcPct val="100000"/>
              </a:lnSpc>
            </a:pPr>
            <a:endParaRPr b="0" lang="en-US" sz="10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PlaceHolder 1"/>
          <p:cNvSpPr>
            <a:spLocks noGrp="1"/>
          </p:cNvSpPr>
          <p:nvPr>
            <p:ph type="title"/>
          </p:nvPr>
        </p:nvSpPr>
        <p:spPr>
          <a:xfrm>
            <a:off x="311760" y="83880"/>
            <a:ext cx="8515440" cy="621720"/>
          </a:xfrm>
          <a:prstGeom prst="rect">
            <a:avLst/>
          </a:prstGeom>
          <a:noFill/>
          <a:ln w="0">
            <a:noFill/>
          </a:ln>
        </p:spPr>
        <p:txBody>
          <a:bodyPr lIns="0" rIns="0" tIns="0" bIns="0" anchor="ctr">
            <a:noAutofit/>
          </a:bodyPr>
          <a:p>
            <a:pPr indent="0" algn="ctr">
              <a:lnSpc>
                <a:spcPct val="100000"/>
              </a:lnSpc>
              <a:buNone/>
              <a:tabLst>
                <a:tab algn="l" pos="0"/>
              </a:tabLst>
            </a:pPr>
            <a:r>
              <a:rPr b="1" i="1" lang="en-US" sz="2800" strike="noStrike" u="sng">
                <a:solidFill>
                  <a:srgbClr val="ffffff"/>
                </a:solidFill>
                <a:effectLst/>
                <a:uFillTx/>
                <a:latin typeface="Arial"/>
              </a:rPr>
              <a:t>Activities of Daily Life</a:t>
            </a:r>
            <a:endParaRPr b="0" lang="en-US" sz="2800" strike="noStrike" u="none">
              <a:solidFill>
                <a:srgbClr val="ffffff"/>
              </a:solidFill>
              <a:effectLst/>
              <a:uFillTx/>
              <a:latin typeface="Arial"/>
            </a:endParaRPr>
          </a:p>
        </p:txBody>
      </p:sp>
      <p:sp>
        <p:nvSpPr>
          <p:cNvPr id="90" name=""/>
          <p:cNvSpPr/>
          <p:nvPr/>
        </p:nvSpPr>
        <p:spPr>
          <a:xfrm>
            <a:off x="745920" y="925200"/>
            <a:ext cx="7769880" cy="3981600"/>
          </a:xfrm>
          <a:prstGeom prst="rect">
            <a:avLst/>
          </a:prstGeom>
          <a:noFill/>
          <a:ln w="0">
            <a:solidFill>
              <a:srgbClr val="000000"/>
            </a:solidFill>
          </a:ln>
        </p:spPr>
        <p:style>
          <a:lnRef idx="0"/>
          <a:fillRef idx="0"/>
          <a:effectRef idx="0"/>
          <a:fontRef idx="minor"/>
        </p:style>
        <p:txBody>
          <a:bodyPr lIns="90000" rIns="90000" tIns="45000" bIns="45000" anchor="t">
            <a:noAutofit/>
          </a:bodyPr>
          <a:p>
            <a:pPr>
              <a:lnSpc>
                <a:spcPct val="100000"/>
              </a:lnSpc>
            </a:pPr>
            <a:r>
              <a:rPr b="1" lang="en-US" sz="1200" strike="noStrike" u="sng">
                <a:solidFill>
                  <a:srgbClr val="ffffff"/>
                </a:solidFill>
                <a:effectLst/>
                <a:uFillTx/>
                <a:latin typeface="Courier New"/>
              </a:rPr>
              <a:t>Eat Farm Breakfast</a:t>
            </a:r>
            <a:r>
              <a:rPr b="0" lang="en-US" sz="1200" strike="noStrike" u="none">
                <a:solidFill>
                  <a:srgbClr val="ffffff"/>
                </a:solidFill>
                <a:effectLst/>
                <a:uFillTx/>
                <a:latin typeface="Courier New"/>
              </a:rPr>
              <a:t>  daily@dawn Farmhouse  </a:t>
            </a:r>
            <a:endParaRPr b="0" lang="en-US" sz="1200" strike="noStrike" u="none">
              <a:solidFill>
                <a:srgbClr val="ffffff"/>
              </a:solidFill>
              <a:effectLst/>
              <a:uFillTx/>
              <a:latin typeface="Arial"/>
            </a:endParaRPr>
          </a:p>
          <a:p>
            <a:pPr>
              <a:lnSpc>
                <a:spcPct val="100000"/>
              </a:lnSpc>
              <a:spcAft>
                <a:spcPts val="720"/>
              </a:spcAft>
            </a:pPr>
            <a:r>
              <a:rPr b="0" lang="en-US" sz="1200" strike="noStrike" u="none">
                <a:solidFill>
                  <a:srgbClr val="ffffff"/>
                </a:solidFill>
                <a:effectLst/>
                <a:uFillTx/>
                <a:latin typeface="Courier New"/>
              </a:rPr>
              <a:t>	</a:t>
            </a:r>
            <a:r>
              <a:rPr b="0" lang="en-US" sz="1200" strike="noStrike" u="none">
                <a:solidFill>
                  <a:srgbClr val="ffffff"/>
                </a:solidFill>
                <a:effectLst/>
                <a:uFillTx/>
                <a:latin typeface="Courier New"/>
              </a:rPr>
              <a:t>move to Farmhouse; take Food; consume Bread; consume Egg; consume Milk</a:t>
            </a:r>
            <a:endParaRPr b="0" lang="en-US" sz="1200" strike="noStrike" u="none">
              <a:solidFill>
                <a:srgbClr val="ffffff"/>
              </a:solidFill>
              <a:effectLst/>
              <a:uFillTx/>
              <a:latin typeface="Arial"/>
            </a:endParaRPr>
          </a:p>
          <a:p>
            <a:pPr>
              <a:lnSpc>
                <a:spcPct val="100000"/>
              </a:lnSpc>
              <a:spcBef>
                <a:spcPts val="289"/>
              </a:spcBef>
            </a:pPr>
            <a:r>
              <a:rPr b="1" lang="en-US" sz="1200" strike="noStrike" u="sng">
                <a:solidFill>
                  <a:srgbClr val="ffffff"/>
                </a:solidFill>
                <a:effectLst/>
                <a:uFillTx/>
                <a:latin typeface="Courier New"/>
              </a:rPr>
              <a:t>Drink from Well</a:t>
            </a:r>
            <a:r>
              <a:rPr b="0" lang="en-US" sz="1200" strike="noStrike" u="none">
                <a:solidFill>
                  <a:srgbClr val="ffffff"/>
                </a:solidFill>
                <a:effectLst/>
                <a:uFillTx/>
                <a:latin typeface="Courier New"/>
              </a:rPr>
              <a:t>  daily@morning  Well       </a:t>
            </a:r>
            <a:endParaRPr b="0" lang="en-US" sz="1200" strike="noStrike" u="none">
              <a:solidFill>
                <a:srgbClr val="ffffff"/>
              </a:solidFill>
              <a:effectLst/>
              <a:uFillTx/>
              <a:latin typeface="Arial"/>
            </a:endParaRPr>
          </a:p>
          <a:p>
            <a:pPr>
              <a:lnSpc>
                <a:spcPct val="100000"/>
              </a:lnSpc>
              <a:spcAft>
                <a:spcPts val="720"/>
              </a:spcAft>
            </a:pPr>
            <a:r>
              <a:rPr b="0" lang="en-US" sz="1200" strike="noStrike" u="none">
                <a:solidFill>
                  <a:srgbClr val="ffffff"/>
                </a:solidFill>
                <a:effectLst/>
                <a:uFillTx/>
                <a:latin typeface="Courier New"/>
              </a:rPr>
              <a:t>	</a:t>
            </a:r>
            <a:r>
              <a:rPr b="0" lang="en-US" sz="1200" strike="noStrike" u="none">
                <a:solidFill>
                  <a:srgbClr val="ffffff"/>
                </a:solidFill>
                <a:effectLst/>
                <a:uFillTx/>
                <a:latin typeface="Courier New"/>
              </a:rPr>
              <a:t>move to Well; take Water; drink Water</a:t>
            </a:r>
            <a:endParaRPr b="0" lang="en-US" sz="1200" strike="noStrike" u="none">
              <a:solidFill>
                <a:srgbClr val="ffffff"/>
              </a:solidFill>
              <a:effectLst/>
              <a:uFillTx/>
              <a:latin typeface="Arial"/>
            </a:endParaRPr>
          </a:p>
          <a:p>
            <a:pPr>
              <a:lnSpc>
                <a:spcPct val="100000"/>
              </a:lnSpc>
              <a:spcBef>
                <a:spcPts val="289"/>
              </a:spcBef>
            </a:pPr>
            <a:r>
              <a:rPr b="1" i="1" lang="en-US" sz="1200" strike="noStrike" u="none">
                <a:solidFill>
                  <a:srgbClr val="ffffff"/>
                </a:solidFill>
                <a:effectLst/>
                <a:uFillTx/>
                <a:latin typeface="Courier New"/>
              </a:rPr>
              <a:t>Rest after Fieldwork</a:t>
            </a:r>
            <a:r>
              <a:rPr b="0" lang="en-US" sz="1200" strike="noStrike" u="none">
                <a:solidFill>
                  <a:srgbClr val="ffffff"/>
                </a:solidFill>
                <a:effectLst/>
                <a:uFillTx/>
                <a:latin typeface="Courier New"/>
              </a:rPr>
              <a:t>   daily@afternoon  Farmhouse  </a:t>
            </a:r>
            <a:endParaRPr b="0" lang="en-US" sz="1200" strike="noStrike" u="none">
              <a:solidFill>
                <a:srgbClr val="ffffff"/>
              </a:solidFill>
              <a:effectLst/>
              <a:uFillTx/>
              <a:latin typeface="Arial"/>
            </a:endParaRPr>
          </a:p>
          <a:p>
            <a:pPr>
              <a:lnSpc>
                <a:spcPct val="100000"/>
              </a:lnSpc>
              <a:spcAft>
                <a:spcPts val="720"/>
              </a:spcAft>
            </a:pPr>
            <a:r>
              <a:rPr b="0" lang="en-US" sz="1200" strike="noStrike" u="none">
                <a:solidFill>
                  <a:srgbClr val="ffffff"/>
                </a:solidFill>
                <a:effectLst/>
                <a:uFillTx/>
                <a:latin typeface="Courier New"/>
              </a:rPr>
              <a:t>	</a:t>
            </a:r>
            <a:r>
              <a:rPr b="0" lang="en-US" sz="1200" strike="noStrike" u="none">
                <a:solidFill>
                  <a:srgbClr val="ffffff"/>
                </a:solidFill>
                <a:effectLst/>
                <a:uFillTx/>
                <a:latin typeface="Courier New"/>
              </a:rPr>
              <a:t>move to Farmhouse; rest in Farmhouse; recover in Farmhouse</a:t>
            </a:r>
            <a:endParaRPr b="0" lang="en-US" sz="1200" strike="noStrike" u="none">
              <a:solidFill>
                <a:srgbClr val="ffffff"/>
              </a:solidFill>
              <a:effectLst/>
              <a:uFillTx/>
              <a:latin typeface="Arial"/>
            </a:endParaRPr>
          </a:p>
          <a:p>
            <a:pPr>
              <a:lnSpc>
                <a:spcPct val="100000"/>
              </a:lnSpc>
              <a:spcBef>
                <a:spcPts val="289"/>
              </a:spcBef>
            </a:pPr>
            <a:r>
              <a:rPr b="1" lang="en-US" sz="1200" strike="noStrike" u="sng">
                <a:solidFill>
                  <a:srgbClr val="ffffff"/>
                </a:solidFill>
                <a:effectLst/>
                <a:uFillTx/>
                <a:latin typeface="Courier New"/>
              </a:rPr>
              <a:t>Plan Day's Fieldwork</a:t>
            </a:r>
            <a:r>
              <a:rPr b="0" lang="en-US" sz="1200" strike="noStrike" u="none">
                <a:solidFill>
                  <a:srgbClr val="ffffff"/>
                </a:solidFill>
                <a:effectLst/>
                <a:uFillTx/>
                <a:latin typeface="Courier New"/>
              </a:rPr>
              <a:t>   daily@morning  Farmhouse  </a:t>
            </a:r>
            <a:endParaRPr b="0" lang="en-US" sz="1200" strike="noStrike" u="none">
              <a:solidFill>
                <a:srgbClr val="ffffff"/>
              </a:solidFill>
              <a:effectLst/>
              <a:uFillTx/>
              <a:latin typeface="Arial"/>
            </a:endParaRPr>
          </a:p>
          <a:p>
            <a:pPr>
              <a:lnSpc>
                <a:spcPct val="100000"/>
              </a:lnSpc>
              <a:spcAft>
                <a:spcPts val="720"/>
              </a:spcAft>
            </a:pPr>
            <a:r>
              <a:rPr b="0" lang="en-US" sz="1200" strike="noStrike" u="none">
                <a:solidFill>
                  <a:srgbClr val="ffffff"/>
                </a:solidFill>
                <a:effectLst/>
                <a:uFillTx/>
                <a:latin typeface="Courier New"/>
              </a:rPr>
              <a:t>	</a:t>
            </a:r>
            <a:r>
              <a:rPr b="0" lang="en-US" sz="1200" strike="noStrike" u="none">
                <a:solidFill>
                  <a:srgbClr val="ffffff"/>
                </a:solidFill>
                <a:effectLst/>
                <a:uFillTx/>
                <a:latin typeface="Courier New"/>
              </a:rPr>
              <a:t>think about Field; inspect Tool; </a:t>
            </a:r>
            <a:r>
              <a:rPr b="0" lang="en-US" sz="1200" strike="noStrike" u="none">
                <a:solidFill>
                  <a:schemeClr val="accent4">
                    <a:lumMod val="75000"/>
                  </a:schemeClr>
                </a:solidFill>
                <a:effectLst/>
                <a:uFillTx/>
                <a:latin typeface="Courier New"/>
              </a:rPr>
              <a:t>place</a:t>
            </a:r>
            <a:r>
              <a:rPr b="0" lang="en-US" sz="1200" strike="noStrike" u="none">
                <a:solidFill>
                  <a:srgbClr val="ffffff"/>
                </a:solidFill>
                <a:effectLst/>
                <a:uFillTx/>
                <a:latin typeface="Courier New"/>
              </a:rPr>
              <a:t> priorities</a:t>
            </a:r>
            <a:endParaRPr b="0" lang="en-US" sz="1200" strike="noStrike" u="none">
              <a:solidFill>
                <a:srgbClr val="ffffff"/>
              </a:solidFill>
              <a:effectLst/>
              <a:uFillTx/>
              <a:latin typeface="Arial"/>
            </a:endParaRPr>
          </a:p>
          <a:p>
            <a:pPr>
              <a:lnSpc>
                <a:spcPct val="100000"/>
              </a:lnSpc>
              <a:spcBef>
                <a:spcPts val="289"/>
              </a:spcBef>
            </a:pPr>
            <a:r>
              <a:rPr b="1" lang="en-US" sz="1200" strike="noStrike" u="sng">
                <a:solidFill>
                  <a:srgbClr val="ffffff"/>
                </a:solidFill>
                <a:effectLst/>
                <a:uFillTx/>
                <a:latin typeface="Courier New"/>
              </a:rPr>
              <a:t>Gather Harvest from Field</a:t>
            </a:r>
            <a:r>
              <a:rPr b="0" lang="en-US" sz="1200" strike="noStrike" u="none">
                <a:solidFill>
                  <a:srgbClr val="ffffff"/>
                </a:solidFill>
                <a:effectLst/>
                <a:uFillTx/>
                <a:latin typeface="Courier New"/>
              </a:rPr>
              <a:t>   </a:t>
            </a:r>
            <a:r>
              <a:rPr b="0" lang="en-US" sz="1200" strike="noStrike" u="none">
                <a:solidFill>
                  <a:schemeClr val="accent4">
                    <a:lumMod val="75000"/>
                  </a:schemeClr>
                </a:solidFill>
                <a:effectLst/>
                <a:uFillTx/>
                <a:latin typeface="Courier New"/>
              </a:rPr>
              <a:t>seasonal@summer   </a:t>
            </a:r>
            <a:r>
              <a:rPr b="0" lang="en-US" sz="1200" strike="noStrike" u="none">
                <a:solidFill>
                  <a:schemeClr val="lt1"/>
                </a:solidFill>
                <a:effectLst/>
                <a:uFillTx/>
                <a:latin typeface="Courier New"/>
              </a:rPr>
              <a:t>Field</a:t>
            </a:r>
            <a:r>
              <a:rPr b="0" lang="en-US" sz="1200" strike="noStrike" u="none">
                <a:solidFill>
                  <a:srgbClr val="ffffff"/>
                </a:solidFill>
                <a:effectLst/>
                <a:uFillTx/>
                <a:latin typeface="Courier New"/>
              </a:rPr>
              <a:t>      </a:t>
            </a:r>
            <a:endParaRPr b="0" lang="en-US" sz="1200" strike="noStrike" u="none">
              <a:solidFill>
                <a:srgbClr val="ffffff"/>
              </a:solidFill>
              <a:effectLst/>
              <a:uFillTx/>
              <a:latin typeface="Arial"/>
            </a:endParaRPr>
          </a:p>
          <a:p>
            <a:pPr>
              <a:lnSpc>
                <a:spcPct val="100000"/>
              </a:lnSpc>
              <a:spcAft>
                <a:spcPts val="720"/>
              </a:spcAft>
            </a:pPr>
            <a:r>
              <a:rPr b="0" lang="en-US" sz="1200" strike="noStrike" u="none">
                <a:solidFill>
                  <a:srgbClr val="ffffff"/>
                </a:solidFill>
                <a:effectLst/>
                <a:uFillTx/>
                <a:latin typeface="Courier New"/>
              </a:rPr>
              <a:t>	</a:t>
            </a:r>
            <a:r>
              <a:rPr b="0" lang="en-US" sz="1200" strike="noStrike" u="none">
                <a:solidFill>
                  <a:srgbClr val="ffffff"/>
                </a:solidFill>
                <a:effectLst/>
                <a:uFillTx/>
                <a:latin typeface="Courier New"/>
              </a:rPr>
              <a:t>move to Field; use Scythe; acquire Hay; produce Hay</a:t>
            </a:r>
            <a:endParaRPr b="0" lang="en-US" sz="1200" strike="noStrike" u="none">
              <a:solidFill>
                <a:srgbClr val="ffffff"/>
              </a:solidFill>
              <a:effectLst/>
              <a:uFillTx/>
              <a:latin typeface="Arial"/>
            </a:endParaRPr>
          </a:p>
          <a:p>
            <a:pPr>
              <a:lnSpc>
                <a:spcPct val="100000"/>
              </a:lnSpc>
              <a:spcBef>
                <a:spcPts val="289"/>
              </a:spcBef>
            </a:pPr>
            <a:r>
              <a:rPr b="1" lang="en-US" sz="1200" strike="noStrike" u="sng">
                <a:solidFill>
                  <a:srgbClr val="ffffff"/>
                </a:solidFill>
                <a:effectLst/>
                <a:uFillTx/>
                <a:latin typeface="Courier New"/>
              </a:rPr>
              <a:t>Milk Cow</a:t>
            </a:r>
            <a:r>
              <a:rPr b="0" lang="en-US" sz="1200" strike="noStrike" u="none">
                <a:solidFill>
                  <a:srgbClr val="ffffff"/>
                </a:solidFill>
                <a:effectLst/>
                <a:uFillTx/>
                <a:latin typeface="Courier New"/>
              </a:rPr>
              <a:t>   daily@morning  Farm       </a:t>
            </a:r>
            <a:endParaRPr b="0" lang="en-US" sz="1200" strike="noStrike" u="none">
              <a:solidFill>
                <a:srgbClr val="ffffff"/>
              </a:solidFill>
              <a:effectLst/>
              <a:uFillTx/>
              <a:latin typeface="Arial"/>
            </a:endParaRPr>
          </a:p>
          <a:p>
            <a:pPr>
              <a:lnSpc>
                <a:spcPct val="100000"/>
              </a:lnSpc>
              <a:spcAft>
                <a:spcPts val="720"/>
              </a:spcAft>
            </a:pPr>
            <a:r>
              <a:rPr b="0" lang="en-US" sz="1200" strike="noStrike" u="none">
                <a:solidFill>
                  <a:srgbClr val="ffffff"/>
                </a:solidFill>
                <a:effectLst/>
                <a:uFillTx/>
                <a:latin typeface="Courier New"/>
              </a:rPr>
              <a:t>	</a:t>
            </a:r>
            <a:r>
              <a:rPr b="0" lang="en-US" sz="1200" strike="noStrike" u="none">
                <a:solidFill>
                  <a:srgbClr val="ffffff"/>
                </a:solidFill>
                <a:effectLst/>
                <a:uFillTx/>
                <a:latin typeface="Courier New"/>
              </a:rPr>
              <a:t>move to Cow; inspect Cow; acquire Milk</a:t>
            </a:r>
            <a:endParaRPr b="0" lang="en-US" sz="1200" strike="noStrike" u="none">
              <a:solidFill>
                <a:srgbClr val="ffffff"/>
              </a:solidFill>
              <a:effectLst/>
              <a:uFillTx/>
              <a:latin typeface="Arial"/>
            </a:endParaRPr>
          </a:p>
          <a:p>
            <a:pPr>
              <a:lnSpc>
                <a:spcPct val="100000"/>
              </a:lnSpc>
              <a:spcBef>
                <a:spcPts val="289"/>
              </a:spcBef>
            </a:pPr>
            <a:r>
              <a:rPr b="1" lang="en-US" sz="1200" strike="noStrike" u="sng">
                <a:solidFill>
                  <a:srgbClr val="ffffff"/>
                </a:solidFill>
                <a:effectLst/>
                <a:uFillTx/>
                <a:latin typeface="Courier New"/>
              </a:rPr>
              <a:t>Inspect Deed and Will</a:t>
            </a:r>
            <a:r>
              <a:rPr b="0" lang="en-US" sz="1200" strike="noStrike" u="none">
                <a:solidFill>
                  <a:srgbClr val="ffffff"/>
                </a:solidFill>
                <a:effectLst/>
                <a:uFillTx/>
                <a:latin typeface="Courier New"/>
              </a:rPr>
              <a:t>   opportunistic  Farmhouse  </a:t>
            </a:r>
            <a:endParaRPr b="0" lang="en-US" sz="1200" strike="noStrike" u="none">
              <a:solidFill>
                <a:srgbClr val="ffffff"/>
              </a:solidFill>
              <a:effectLst/>
              <a:uFillTx/>
              <a:latin typeface="Arial"/>
            </a:endParaRPr>
          </a:p>
          <a:p>
            <a:pPr>
              <a:lnSpc>
                <a:spcPct val="100000"/>
              </a:lnSpc>
              <a:spcAft>
                <a:spcPts val="720"/>
              </a:spcAft>
            </a:pPr>
            <a:r>
              <a:rPr b="1" lang="en-US" sz="1200" strike="noStrike" u="none">
                <a:solidFill>
                  <a:srgbClr val="ffffff"/>
                </a:solidFill>
                <a:effectLst/>
                <a:uFillTx/>
                <a:latin typeface="Courier New"/>
              </a:rPr>
              <a:t>	</a:t>
            </a:r>
            <a:r>
              <a:rPr b="0" lang="en-US" sz="1200" strike="noStrike" u="none">
                <a:solidFill>
                  <a:srgbClr val="ffffff"/>
                </a:solidFill>
                <a:effectLst/>
                <a:uFillTx/>
                <a:latin typeface="Courier New"/>
              </a:rPr>
              <a:t>move to Farmhouse; inspect Deed</a:t>
            </a:r>
            <a:endParaRPr b="0" lang="en-US" sz="1200" strike="noStrike" u="none">
              <a:solidFill>
                <a:srgbClr val="ffffff"/>
              </a:solidFill>
              <a:effectLst/>
              <a:uFillTx/>
              <a:latin typeface="Arial"/>
            </a:endParaRPr>
          </a:p>
          <a:p>
            <a:pPr>
              <a:lnSpc>
                <a:spcPct val="100000"/>
              </a:lnSpc>
              <a:spcBef>
                <a:spcPts val="289"/>
              </a:spcBef>
            </a:pPr>
            <a:r>
              <a:rPr b="1" lang="en-US" sz="1200" strike="noStrike" u="sng">
                <a:solidFill>
                  <a:srgbClr val="ffffff"/>
                </a:solidFill>
                <a:effectLst/>
                <a:uFillTx/>
                <a:latin typeface="Courier New"/>
              </a:rPr>
              <a:t>Discuss Inheritance with FatherMarquart</a:t>
            </a:r>
            <a:r>
              <a:rPr b="0" lang="en-US" sz="1200" strike="noStrike" u="none">
                <a:solidFill>
                  <a:srgbClr val="ffffff"/>
                </a:solidFill>
                <a:effectLst/>
                <a:uFillTx/>
                <a:latin typeface="Courier New"/>
              </a:rPr>
              <a:t>  opportunistic  Farmhouse  </a:t>
            </a:r>
            <a:endParaRPr b="0" lang="en-US" sz="1200" strike="noStrike" u="none">
              <a:solidFill>
                <a:srgbClr val="ffffff"/>
              </a:solidFill>
              <a:effectLst/>
              <a:uFillTx/>
              <a:latin typeface="Arial"/>
            </a:endParaRPr>
          </a:p>
          <a:p>
            <a:pPr>
              <a:lnSpc>
                <a:spcPct val="100000"/>
              </a:lnSpc>
            </a:pPr>
            <a:r>
              <a:rPr b="0" lang="en-US" sz="1200" strike="noStrike" u="none">
                <a:solidFill>
                  <a:srgbClr val="ffffff"/>
                </a:solidFill>
                <a:effectLst/>
                <a:uFillTx/>
                <a:latin typeface="Courier New"/>
              </a:rPr>
              <a:t>	</a:t>
            </a:r>
            <a:r>
              <a:rPr b="0" lang="en-US" sz="1200" strike="noStrike" u="none">
                <a:solidFill>
                  <a:srgbClr val="ffffff"/>
                </a:solidFill>
                <a:effectLst/>
                <a:uFillTx/>
                <a:latin typeface="Courier New"/>
              </a:rPr>
              <a:t>move to Farmhouse; say </a:t>
            </a:r>
            <a:r>
              <a:rPr b="0" lang="en-US" sz="1200" strike="noStrike" u="none">
                <a:solidFill>
                  <a:schemeClr val="accent4">
                    <a:lumMod val="75000"/>
                  </a:schemeClr>
                </a:solidFill>
                <a:effectLst/>
                <a:uFillTx/>
                <a:latin typeface="Courier New"/>
              </a:rPr>
              <a:t>Inheritance</a:t>
            </a:r>
            <a:r>
              <a:rPr b="0" lang="en-US" sz="1200" strike="noStrike" u="none">
                <a:solidFill>
                  <a:srgbClr val="ffffff"/>
                </a:solidFill>
                <a:effectLst/>
                <a:uFillTx/>
                <a:latin typeface="Courier New"/>
              </a:rPr>
              <a:t>; think about Landholding</a:t>
            </a:r>
            <a:endParaRPr b="0" lang="en-US" sz="1200" strike="noStrike" u="none">
              <a:solidFill>
                <a:srgbClr val="ffffff"/>
              </a:solidFill>
              <a:effectLst/>
              <a:uFillTx/>
              <a:latin typeface="Arial"/>
            </a:endParaRPr>
          </a:p>
          <a:p>
            <a:pPr>
              <a:lnSpc>
                <a:spcPct val="100000"/>
              </a:lnSpc>
            </a:pPr>
            <a:endParaRPr b="0" lang="en-US" sz="13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PlaceHolder 1"/>
          <p:cNvSpPr>
            <a:spLocks noGrp="1"/>
          </p:cNvSpPr>
          <p:nvPr>
            <p:ph type="title"/>
          </p:nvPr>
        </p:nvSpPr>
        <p:spPr>
          <a:xfrm>
            <a:off x="311760" y="197280"/>
            <a:ext cx="8515440" cy="397440"/>
          </a:xfrm>
          <a:prstGeom prst="rect">
            <a:avLst/>
          </a:prstGeom>
          <a:noFill/>
          <a:ln w="0">
            <a:noFill/>
          </a:ln>
        </p:spPr>
        <p:txBody>
          <a:bodyPr lIns="0" rIns="0" tIns="0" bIns="0" anchor="ctr">
            <a:spAutoFit/>
          </a:bodyPr>
          <a:p>
            <a:pPr indent="0" algn="ctr">
              <a:lnSpc>
                <a:spcPct val="100000"/>
              </a:lnSpc>
              <a:buNone/>
              <a:tabLst>
                <a:tab algn="l" pos="0"/>
              </a:tabLst>
            </a:pPr>
            <a:r>
              <a:rPr b="1" i="1" lang="en-US" sz="2800" strike="noStrike" u="sng">
                <a:solidFill>
                  <a:srgbClr val="ffffff"/>
                </a:solidFill>
                <a:effectLst/>
                <a:uFillTx/>
                <a:latin typeface="Arial"/>
              </a:rPr>
              <a:t>Runtime</a:t>
            </a:r>
            <a:endParaRPr b="0" lang="en-US" sz="2800" strike="noStrike" u="none">
              <a:solidFill>
                <a:srgbClr val="ffffff"/>
              </a:solidFill>
              <a:effectLst/>
              <a:uFillTx/>
              <a:latin typeface="Arial"/>
            </a:endParaRPr>
          </a:p>
        </p:txBody>
      </p:sp>
      <p:pic>
        <p:nvPicPr>
          <p:cNvPr id="92" name="" descr=""/>
          <p:cNvPicPr/>
          <p:nvPr/>
        </p:nvPicPr>
        <p:blipFill>
          <a:blip r:embed="rId1"/>
          <a:stretch/>
        </p:blipFill>
        <p:spPr>
          <a:xfrm>
            <a:off x="1587600" y="900720"/>
            <a:ext cx="5749920" cy="3843000"/>
          </a:xfrm>
          <a:prstGeom prst="rect">
            <a:avLst/>
          </a:prstGeom>
          <a:noFill/>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PlaceHolder 1"/>
          <p:cNvSpPr>
            <a:spLocks noGrp="1"/>
          </p:cNvSpPr>
          <p:nvPr>
            <p:ph type="title"/>
          </p:nvPr>
        </p:nvSpPr>
        <p:spPr>
          <a:xfrm>
            <a:off x="311760" y="119880"/>
            <a:ext cx="8515440" cy="621720"/>
          </a:xfrm>
          <a:prstGeom prst="rect">
            <a:avLst/>
          </a:prstGeom>
          <a:noFill/>
          <a:ln w="0">
            <a:noFill/>
          </a:ln>
        </p:spPr>
        <p:txBody>
          <a:bodyPr lIns="0" rIns="0" tIns="0" bIns="0" anchor="ctr">
            <a:noAutofit/>
          </a:bodyPr>
          <a:p>
            <a:pPr indent="0" algn="ctr">
              <a:lnSpc>
                <a:spcPct val="100000"/>
              </a:lnSpc>
              <a:buNone/>
              <a:tabLst>
                <a:tab algn="l" pos="0"/>
              </a:tabLst>
            </a:pPr>
            <a:r>
              <a:rPr b="1" i="1" lang="en-US" sz="2800" strike="noStrike" u="sng">
                <a:solidFill>
                  <a:srgbClr val="ffffff"/>
                </a:solidFill>
                <a:effectLst/>
                <a:uFillTx/>
                <a:latin typeface="Arial"/>
              </a:rPr>
              <a:t>OODA LOOP</a:t>
            </a:r>
            <a:endParaRPr b="0" lang="en-US" sz="2800" strike="noStrike" u="none">
              <a:solidFill>
                <a:srgbClr val="ffffff"/>
              </a:solidFill>
              <a:effectLst/>
              <a:uFillTx/>
              <a:latin typeface="Arial"/>
            </a:endParaRPr>
          </a:p>
        </p:txBody>
      </p:sp>
      <p:sp>
        <p:nvSpPr>
          <p:cNvPr id="94" name="PlaceHolder 2"/>
          <p:cNvSpPr>
            <a:spLocks noGrp="1"/>
          </p:cNvSpPr>
          <p:nvPr>
            <p:ph/>
          </p:nvPr>
        </p:nvSpPr>
        <p:spPr>
          <a:xfrm>
            <a:off x="995760" y="923400"/>
            <a:ext cx="7000920" cy="3766680"/>
          </a:xfrm>
          <a:prstGeom prst="rect">
            <a:avLst/>
          </a:prstGeom>
          <a:noFill/>
          <a:ln w="0">
            <a:noFill/>
          </a:ln>
        </p:spPr>
        <p:txBody>
          <a:bodyPr lIns="0" rIns="0" tIns="0" bIns="0" anchor="t">
            <a:normAutofit fontScale="92500" lnSpcReduction="9999"/>
          </a:bodyPr>
          <a:p>
            <a:pPr marL="432000" indent="-324000">
              <a:lnSpc>
                <a:spcPct val="100000"/>
              </a:lnSpc>
              <a:spcBef>
                <a:spcPts val="1417"/>
              </a:spcBef>
              <a:buClr>
                <a:srgbClr val="ffffff"/>
              </a:buClr>
              <a:buSzPct val="45000"/>
              <a:buFont typeface="Wingdings" charset="2"/>
              <a:buChar char=""/>
            </a:pPr>
            <a:r>
              <a:rPr b="0" lang="en-US" sz="2800" strike="noStrike" u="none">
                <a:solidFill>
                  <a:srgbClr val="ffffff"/>
                </a:solidFill>
                <a:effectLst/>
                <a:uFillTx/>
                <a:latin typeface="Arial"/>
              </a:rPr>
              <a:t>OODA</a:t>
            </a:r>
            <a:endParaRPr b="0" lang="en-US" sz="28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2800" strike="noStrike" u="none">
                <a:solidFill>
                  <a:srgbClr val="ffffff"/>
                </a:solidFill>
                <a:effectLst/>
                <a:uFillTx/>
                <a:latin typeface="Arial"/>
              </a:rPr>
              <a:t>Observe </a:t>
            </a:r>
            <a:endParaRPr b="0" lang="en-US" sz="28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en-US" sz="2400" strike="noStrike" u="none">
                <a:solidFill>
                  <a:srgbClr val="ffffff"/>
                </a:solidFill>
                <a:effectLst/>
                <a:uFillTx/>
                <a:latin typeface="Arial"/>
              </a:rPr>
              <a:t>gather data</a:t>
            </a:r>
            <a:endParaRPr b="0" lang="en-US" sz="2400" strike="noStrike" u="none">
              <a:solidFill>
                <a:srgbClr val="ffffff"/>
              </a:solidFill>
              <a:effectLst/>
              <a:uFillTx/>
              <a:latin typeface="Arial"/>
            </a:endParaRPr>
          </a:p>
          <a:p>
            <a:pPr lvl="1" marL="864000" indent="-324000">
              <a:lnSpc>
                <a:spcPct val="100000"/>
              </a:lnSpc>
              <a:spcBef>
                <a:spcPts val="720"/>
              </a:spcBef>
              <a:buClr>
                <a:srgbClr val="ffffff"/>
              </a:buClr>
              <a:buSzPct val="75000"/>
              <a:buFont typeface="Symbol" charset="2"/>
              <a:buChar char=""/>
            </a:pPr>
            <a:r>
              <a:rPr b="0" lang="en-US" sz="2800" strike="noStrike" u="none">
                <a:solidFill>
                  <a:srgbClr val="ffffff"/>
                </a:solidFill>
                <a:effectLst/>
                <a:uFillTx/>
                <a:latin typeface="Arial"/>
              </a:rPr>
              <a:t>Orient </a:t>
            </a:r>
            <a:endParaRPr b="0" lang="en-US" sz="28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en-US" sz="2400" strike="noStrike" u="none">
                <a:solidFill>
                  <a:srgbClr val="ffffff"/>
                </a:solidFill>
                <a:effectLst/>
                <a:uFillTx/>
                <a:latin typeface="Arial"/>
              </a:rPr>
              <a:t>choose what to respond to</a:t>
            </a:r>
            <a:endParaRPr b="0" lang="en-US" sz="2400" strike="noStrike" u="none">
              <a:solidFill>
                <a:srgbClr val="ffffff"/>
              </a:solidFill>
              <a:effectLst/>
              <a:uFillTx/>
              <a:latin typeface="Arial"/>
            </a:endParaRPr>
          </a:p>
          <a:p>
            <a:pPr lvl="1" marL="864000" indent="-324000">
              <a:lnSpc>
                <a:spcPct val="100000"/>
              </a:lnSpc>
              <a:spcBef>
                <a:spcPts val="720"/>
              </a:spcBef>
              <a:buClr>
                <a:srgbClr val="ffffff"/>
              </a:buClr>
              <a:buSzPct val="75000"/>
              <a:buFont typeface="Symbol" charset="2"/>
              <a:buChar char=""/>
            </a:pPr>
            <a:r>
              <a:rPr b="0" lang="en-US" sz="2800" strike="noStrike" u="none">
                <a:solidFill>
                  <a:srgbClr val="ffffff"/>
                </a:solidFill>
                <a:effectLst/>
                <a:uFillTx/>
                <a:latin typeface="Arial"/>
              </a:rPr>
              <a:t>Decide </a:t>
            </a:r>
            <a:endParaRPr b="0" lang="en-US" sz="2800" strike="noStrike" u="none">
              <a:solidFill>
                <a:srgbClr val="ffffff"/>
              </a:solidFill>
              <a:effectLst/>
              <a:uFillTx/>
              <a:latin typeface="Arial"/>
            </a:endParaRPr>
          </a:p>
          <a:p>
            <a:pPr lvl="2" marL="1296000" indent="-288000">
              <a:lnSpc>
                <a:spcPct val="100000"/>
              </a:lnSpc>
              <a:spcBef>
                <a:spcPts val="850"/>
              </a:spcBef>
              <a:buClr>
                <a:srgbClr val="ffffff"/>
              </a:buClr>
              <a:buSzPct val="45000"/>
              <a:buFont typeface="Wingdings" charset="2"/>
              <a:buChar char=""/>
            </a:pPr>
            <a:r>
              <a:rPr b="0" lang="en-US" sz="2400" strike="noStrike" u="none">
                <a:solidFill>
                  <a:srgbClr val="ffffff"/>
                </a:solidFill>
                <a:effectLst/>
                <a:uFillTx/>
                <a:latin typeface="Arial"/>
              </a:rPr>
              <a:t>choose specific</a:t>
            </a:r>
            <a:r>
              <a:rPr b="0" lang="en-US" sz="2200" strike="noStrike" u="none">
                <a:solidFill>
                  <a:srgbClr val="ffffff"/>
                </a:solidFill>
                <a:effectLst/>
                <a:uFillTx/>
                <a:latin typeface="Arial"/>
              </a:rPr>
              <a:t> response goal</a:t>
            </a:r>
            <a:endParaRPr b="0" lang="en-US" sz="2200" strike="noStrike" u="none">
              <a:solidFill>
                <a:srgbClr val="ffffff"/>
              </a:solidFill>
              <a:effectLst/>
              <a:uFillTx/>
              <a:latin typeface="Arial"/>
            </a:endParaRPr>
          </a:p>
          <a:p>
            <a:pPr lvl="1" marL="864000" indent="-324000">
              <a:lnSpc>
                <a:spcPct val="100000"/>
              </a:lnSpc>
              <a:spcBef>
                <a:spcPts val="720"/>
              </a:spcBef>
              <a:buClr>
                <a:srgbClr val="ffffff"/>
              </a:buClr>
              <a:buSzPct val="75000"/>
              <a:buFont typeface="Symbol" charset="2"/>
              <a:buChar char=""/>
            </a:pPr>
            <a:r>
              <a:rPr b="0" lang="en-US" sz="2800" strike="noStrike" u="none">
                <a:solidFill>
                  <a:srgbClr val="ffffff"/>
                </a:solidFill>
                <a:effectLst/>
                <a:uFillTx/>
                <a:latin typeface="Arial"/>
              </a:rPr>
              <a:t>Act</a:t>
            </a:r>
            <a:endParaRPr b="0" lang="en-US" sz="2800" strike="noStrike" u="none">
              <a:solidFill>
                <a:srgbClr val="ffffff"/>
              </a:solidFill>
              <a:effectLst/>
              <a:uFillTx/>
              <a:latin typeface="Arial"/>
            </a:endParaRPr>
          </a:p>
          <a:p>
            <a:pPr lvl="2" marL="1296000" indent="-288000">
              <a:lnSpc>
                <a:spcPct val="100000"/>
              </a:lnSpc>
              <a:spcBef>
                <a:spcPts val="575"/>
              </a:spcBef>
              <a:buClr>
                <a:srgbClr val="ffffff"/>
              </a:buClr>
              <a:buSzPct val="45000"/>
              <a:buFont typeface="Wingdings" charset="2"/>
              <a:buChar char=""/>
            </a:pPr>
            <a:r>
              <a:rPr b="0" lang="en-US" sz="2400" strike="noStrike" u="none">
                <a:solidFill>
                  <a:srgbClr val="ffffff"/>
                </a:solidFill>
                <a:effectLst/>
                <a:uFillTx/>
                <a:latin typeface="Arial"/>
              </a:rPr>
              <a:t>Perform a single primitive plan step</a:t>
            </a:r>
            <a:endParaRPr b="0" lang="en-US" sz="2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PlaceHolder 1"/>
          <p:cNvSpPr>
            <a:spLocks noGrp="1"/>
          </p:cNvSpPr>
          <p:nvPr>
            <p:ph type="title"/>
          </p:nvPr>
        </p:nvSpPr>
        <p:spPr>
          <a:xfrm>
            <a:off x="228600" y="110160"/>
            <a:ext cx="8515440" cy="621720"/>
          </a:xfrm>
          <a:prstGeom prst="rect">
            <a:avLst/>
          </a:prstGeom>
          <a:noFill/>
          <a:ln w="0">
            <a:noFill/>
          </a:ln>
        </p:spPr>
        <p:txBody>
          <a:bodyPr lIns="0" rIns="0" tIns="0" bIns="0" anchor="ctr">
            <a:noAutofit/>
          </a:bodyPr>
          <a:p>
            <a:pPr indent="0" algn="ctr">
              <a:lnSpc>
                <a:spcPct val="100000"/>
              </a:lnSpc>
              <a:buNone/>
              <a:tabLst>
                <a:tab algn="l" pos="0"/>
              </a:tabLst>
            </a:pPr>
            <a:r>
              <a:rPr b="1" i="1" lang="en-US" sz="2800" strike="noStrike" u="sng">
                <a:solidFill>
                  <a:srgbClr val="ffffff"/>
                </a:solidFill>
                <a:effectLst/>
                <a:uFillTx/>
                <a:latin typeface="Arial"/>
              </a:rPr>
              <a:t>Observe</a:t>
            </a:r>
            <a:endParaRPr b="0" lang="en-US" sz="2800" strike="noStrike" u="none">
              <a:solidFill>
                <a:srgbClr val="ffffff"/>
              </a:solidFill>
              <a:effectLst/>
              <a:uFillTx/>
              <a:latin typeface="Arial"/>
            </a:endParaRPr>
          </a:p>
        </p:txBody>
      </p:sp>
      <p:sp>
        <p:nvSpPr>
          <p:cNvPr id="96" name=""/>
          <p:cNvSpPr/>
          <p:nvPr/>
        </p:nvSpPr>
        <p:spPr>
          <a:xfrm>
            <a:off x="336600" y="1791000"/>
            <a:ext cx="8384400" cy="3007800"/>
          </a:xfrm>
          <a:prstGeom prst="rect">
            <a:avLst/>
          </a:prstGeom>
          <a:noFill/>
          <a:ln w="0">
            <a:solidFill>
              <a:srgbClr val="808080"/>
            </a:solidFill>
          </a:ln>
        </p:spPr>
        <p:style>
          <a:lnRef idx="0"/>
          <a:fillRef idx="0"/>
          <a:effectRef idx="0"/>
          <a:fontRef idx="minor"/>
        </p:style>
        <p:txBody>
          <a:bodyPr lIns="90000" rIns="90000" tIns="45000" bIns="45000" anchor="t">
            <a:noAutofit/>
          </a:bodyPr>
          <a:p>
            <a:pPr>
              <a:lnSpc>
                <a:spcPct val="100000"/>
              </a:lnSpc>
            </a:pPr>
            <a:r>
              <a:rPr b="0" lang="en-US" sz="1600" strike="noStrike" u="none">
                <a:solidFill>
                  <a:srgbClr val="ffffff"/>
                </a:solidFill>
                <a:effectLst/>
                <a:uFillTx/>
                <a:latin typeface="Arial"/>
              </a:rPr>
              <a:t>{'</a:t>
            </a:r>
            <a:r>
              <a:rPr b="1" lang="en-US" sz="1600" strike="noStrike" u="none">
                <a:solidFill>
                  <a:srgbClr val="ffffff"/>
                </a:solidFill>
                <a:effectLst/>
                <a:uFillTx/>
                <a:latin typeface="Arial"/>
              </a:rPr>
              <a:t>direction': 'Northeast'</a:t>
            </a:r>
            <a:r>
              <a:rPr b="0" lang="en-US" sz="1600" strike="noStrike" u="none">
                <a:solidFill>
                  <a:srgbClr val="ffffff"/>
                </a:solidFill>
                <a:effectLst/>
                <a:uFillTx/>
                <a:latin typeface="Arial"/>
              </a:rPr>
              <a:t>, 'visibility': 32, 'terrain': 'Forest', 'property': 'None', 'slope': 'Level',</a:t>
            </a:r>
            <a:endParaRPr b="0" lang="en-US" sz="1600" strike="noStrike" u="none">
              <a:solidFill>
                <a:srgbClr val="ffffff"/>
              </a:solidFill>
              <a:effectLst/>
              <a:uFillTx/>
              <a:latin typeface="Arial"/>
            </a:endParaRPr>
          </a:p>
          <a:p>
            <a:pPr>
              <a:lnSpc>
                <a:spcPct val="100000"/>
              </a:lnSpc>
            </a:pPr>
            <a:r>
              <a:rPr b="0" lang="en-US" sz="1400" strike="noStrike" u="none">
                <a:solidFill>
                  <a:srgbClr val="ffffff"/>
                </a:solidFill>
                <a:effectLst/>
                <a:uFillTx/>
                <a:latin typeface="Arial"/>
              </a:rPr>
              <a:t>	</a:t>
            </a:r>
            <a:r>
              <a:rPr b="0" lang="en-US" sz="1400" strike="noStrike" u="none">
                <a:solidFill>
                  <a:srgbClr val="ffffff"/>
                </a:solidFill>
                <a:effectLst/>
                <a:uFillTx/>
                <a:latin typeface="Arial"/>
              </a:rPr>
              <a:t>'</a:t>
            </a:r>
            <a:r>
              <a:rPr b="1" lang="en-US" sz="1400" strike="noStrike" u="none">
                <a:solidFill>
                  <a:srgbClr val="ffffff"/>
                </a:solidFill>
                <a:effectLst/>
                <a:uFillTx/>
                <a:latin typeface="Arial"/>
              </a:rPr>
              <a:t>resources</a:t>
            </a:r>
            <a:r>
              <a:rPr b="0" lang="en-US" sz="1400" strike="noStrike" u="none">
                <a:solidFill>
                  <a:srgbClr val="ffffff"/>
                </a:solidFill>
                <a:effectLst/>
                <a:uFillTx/>
                <a:latin typeface="Arial"/>
              </a:rPr>
              <a:t>': [</a:t>
            </a:r>
            <a:endParaRPr b="0" lang="en-US" sz="1400" strike="noStrike" u="none">
              <a:solidFill>
                <a:srgbClr val="ffffff"/>
              </a:solidFill>
              <a:effectLst/>
              <a:uFillTx/>
              <a:latin typeface="Arial"/>
            </a:endParaRPr>
          </a:p>
          <a:p>
            <a:pPr>
              <a:lnSpc>
                <a:spcPct val="100000"/>
              </a:lnSpc>
            </a:pPr>
            <a:r>
              <a:rPr b="0" lang="en-US" sz="1400" strike="noStrike" u="none">
                <a:solidFill>
                  <a:srgbClr val="ffffff"/>
                </a:solidFill>
                <a:effectLst/>
                <a:uFillTx/>
                <a:latin typeface="Arial"/>
              </a:rPr>
              <a:t>	</a:t>
            </a:r>
            <a:r>
              <a:rPr b="0" lang="en-US" sz="1400" strike="noStrike" u="none">
                <a:solidFill>
                  <a:srgbClr val="ffffff"/>
                </a:solidFill>
                <a:effectLst/>
                <a:uFillTx/>
                <a:latin typeface="Arial"/>
              </a:rPr>
              <a:t>	</a:t>
            </a:r>
            <a:r>
              <a:rPr b="0" lang="en-US" sz="1400" strike="noStrike" u="none">
                <a:solidFill>
                  <a:srgbClr val="ffffff"/>
                </a:solidFill>
                <a:effectLst/>
                <a:uFillTx/>
                <a:latin typeface="Arial"/>
              </a:rPr>
              <a:t>{'name': 'Spring31', 'distance': 4}, </a:t>
            </a:r>
            <a:endParaRPr b="0" lang="en-US" sz="1400" strike="noStrike" u="none">
              <a:solidFill>
                <a:srgbClr val="ffffff"/>
              </a:solidFill>
              <a:effectLst/>
              <a:uFillTx/>
              <a:latin typeface="Arial"/>
            </a:endParaRPr>
          </a:p>
          <a:p>
            <a:pPr>
              <a:lnSpc>
                <a:spcPct val="100000"/>
              </a:lnSpc>
            </a:pPr>
            <a:r>
              <a:rPr b="0" lang="en-US" sz="1400" strike="noStrike" u="none">
                <a:solidFill>
                  <a:srgbClr val="ffffff"/>
                </a:solidFill>
                <a:effectLst/>
                <a:uFillTx/>
                <a:latin typeface="Arial"/>
              </a:rPr>
              <a:t>	</a:t>
            </a:r>
            <a:r>
              <a:rPr b="0" lang="en-US" sz="1400" strike="noStrike" u="none">
                <a:solidFill>
                  <a:srgbClr val="ffffff"/>
                </a:solidFill>
                <a:effectLst/>
                <a:uFillTx/>
                <a:latin typeface="Arial"/>
              </a:rPr>
              <a:t>	</a:t>
            </a:r>
            <a:r>
              <a:rPr b="0" lang="en-US" sz="1400" strike="noStrike" u="none">
                <a:solidFill>
                  <a:srgbClr val="ffffff"/>
                </a:solidFill>
                <a:effectLst/>
                <a:uFillTx/>
                <a:latin typeface="Arial"/>
              </a:rPr>
              <a:t>{'name': 'Scythe9', 'distance': 6}, </a:t>
            </a:r>
            <a:endParaRPr b="0" lang="en-US" sz="1400" strike="noStrike" u="none">
              <a:solidFill>
                <a:srgbClr val="ffffff"/>
              </a:solidFill>
              <a:effectLst/>
              <a:uFillTx/>
              <a:latin typeface="Arial"/>
            </a:endParaRPr>
          </a:p>
          <a:p>
            <a:pPr>
              <a:lnSpc>
                <a:spcPct val="100000"/>
              </a:lnSpc>
            </a:pPr>
            <a:r>
              <a:rPr b="0" lang="en-US" sz="1400" strike="noStrike" u="none">
                <a:solidFill>
                  <a:srgbClr val="ffffff"/>
                </a:solidFill>
                <a:effectLst/>
                <a:uFillTx/>
                <a:latin typeface="Arial"/>
              </a:rPr>
              <a:t>	</a:t>
            </a:r>
            <a:r>
              <a:rPr b="0" lang="en-US" sz="1400" strike="noStrike" u="none">
                <a:solidFill>
                  <a:srgbClr val="ffffff"/>
                </a:solidFill>
                <a:effectLst/>
                <a:uFillTx/>
                <a:latin typeface="Arial"/>
              </a:rPr>
              <a:t>	</a:t>
            </a:r>
            <a:r>
              <a:rPr b="0" lang="en-US" sz="1400" strike="noStrike" u="none">
                <a:solidFill>
                  <a:srgbClr val="ffffff"/>
                </a:solidFill>
                <a:effectLst/>
                <a:uFillTx/>
                <a:latin typeface="Arial"/>
              </a:rPr>
              <a:t>{'name': 'Cheese2', 'distance': 10}, </a:t>
            </a:r>
            <a:endParaRPr b="0" lang="en-US" sz="1400" strike="noStrike" u="none">
              <a:solidFill>
                <a:srgbClr val="ffffff"/>
              </a:solidFill>
              <a:effectLst/>
              <a:uFillTx/>
              <a:latin typeface="Arial"/>
            </a:endParaRPr>
          </a:p>
          <a:p>
            <a:pPr>
              <a:lnSpc>
                <a:spcPct val="100000"/>
              </a:lnSpc>
            </a:pPr>
            <a:r>
              <a:rPr b="0" lang="en-US" sz="1400" strike="noStrike" u="none">
                <a:solidFill>
                  <a:srgbClr val="ffffff"/>
                </a:solidFill>
                <a:effectLst/>
                <a:uFillTx/>
                <a:latin typeface="Arial"/>
              </a:rPr>
              <a:t>	</a:t>
            </a:r>
            <a:r>
              <a:rPr b="0" lang="en-US" sz="1400" strike="noStrike" u="none">
                <a:solidFill>
                  <a:srgbClr val="ffffff"/>
                </a:solidFill>
                <a:effectLst/>
                <a:uFillTx/>
                <a:latin typeface="Arial"/>
              </a:rPr>
              <a:t>	</a:t>
            </a:r>
            <a:r>
              <a:rPr b="0" lang="en-US" sz="1400" strike="noStrike" u="none">
                <a:solidFill>
                  <a:srgbClr val="ffffff"/>
                </a:solidFill>
                <a:effectLst/>
                <a:uFillTx/>
                <a:latin typeface="Arial"/>
              </a:rPr>
              <a:t>{'name': 'Cow3', 'distance': 16}, </a:t>
            </a:r>
            <a:endParaRPr b="0" lang="en-US" sz="1400" strike="noStrike" u="none">
              <a:solidFill>
                <a:srgbClr val="ffffff"/>
              </a:solidFill>
              <a:effectLst/>
              <a:uFillTx/>
              <a:latin typeface="Arial"/>
            </a:endParaRPr>
          </a:p>
          <a:p>
            <a:pPr>
              <a:lnSpc>
                <a:spcPct val="100000"/>
              </a:lnSpc>
            </a:pPr>
            <a:r>
              <a:rPr b="0" lang="en-US" sz="1400" strike="noStrike" u="none">
                <a:solidFill>
                  <a:srgbClr val="ffffff"/>
                </a:solidFill>
                <a:effectLst/>
                <a:uFillTx/>
                <a:latin typeface="Arial"/>
              </a:rPr>
              <a:t>	</a:t>
            </a:r>
            <a:r>
              <a:rPr b="0" lang="en-US" sz="1400" strike="noStrike" u="none">
                <a:solidFill>
                  <a:srgbClr val="ffffff"/>
                </a:solidFill>
                <a:effectLst/>
                <a:uFillTx/>
                <a:latin typeface="Arial"/>
              </a:rPr>
              <a:t>	</a:t>
            </a:r>
            <a:r>
              <a:rPr b="0" lang="en-US" sz="1400" strike="noStrike" u="none">
                <a:solidFill>
                  <a:srgbClr val="ffffff"/>
                </a:solidFill>
                <a:effectLst/>
                <a:uFillTx/>
                <a:latin typeface="Arial"/>
              </a:rPr>
              <a:t>{'name': 'Farmhouse4', 'distance': 13}, </a:t>
            </a:r>
            <a:endParaRPr b="0" lang="en-US" sz="1400" strike="noStrike" u="none">
              <a:solidFill>
                <a:srgbClr val="ffffff"/>
              </a:solidFill>
              <a:effectLst/>
              <a:uFillTx/>
              <a:latin typeface="Arial"/>
            </a:endParaRPr>
          </a:p>
          <a:p>
            <a:pPr>
              <a:lnSpc>
                <a:spcPct val="100000"/>
              </a:lnSpc>
            </a:pPr>
            <a:r>
              <a:rPr b="0" lang="en-US" sz="1400" strike="noStrike" u="none">
                <a:solidFill>
                  <a:srgbClr val="ffffff"/>
                </a:solidFill>
                <a:effectLst/>
                <a:uFillTx/>
                <a:latin typeface="Arial"/>
              </a:rPr>
              <a:t>	</a:t>
            </a:r>
            <a:r>
              <a:rPr b="0" lang="en-US" sz="1400" strike="noStrike" u="none">
                <a:solidFill>
                  <a:srgbClr val="ffffff"/>
                </a:solidFill>
                <a:effectLst/>
                <a:uFillTx/>
                <a:latin typeface="Arial"/>
              </a:rPr>
              <a:t>	</a:t>
            </a:r>
            <a:r>
              <a:rPr b="0" lang="en-US" sz="1400" strike="noStrike" u="none">
                <a:solidFill>
                  <a:srgbClr val="ffffff"/>
                </a:solidFill>
                <a:effectLst/>
                <a:uFillTx/>
                <a:latin typeface="Arial"/>
              </a:rPr>
              <a:t>{'name': 'Bread2', 'distance': 14} ... </a:t>
            </a:r>
            <a:endParaRPr b="0" lang="en-US" sz="1400" strike="noStrike" u="none">
              <a:solidFill>
                <a:srgbClr val="ffffff"/>
              </a:solidFill>
              <a:effectLst/>
              <a:uFillTx/>
              <a:latin typeface="Arial"/>
            </a:endParaRPr>
          </a:p>
          <a:p>
            <a:pPr>
              <a:lnSpc>
                <a:spcPct val="100000"/>
              </a:lnSpc>
            </a:pPr>
            <a:r>
              <a:rPr b="0" lang="en-US" sz="1600" strike="noStrike" u="none">
                <a:solidFill>
                  <a:srgbClr val="ffffff"/>
                </a:solidFill>
                <a:effectLst/>
                <a:uFillTx/>
                <a:latin typeface="Arial"/>
              </a:rPr>
              <a:t>	</a:t>
            </a:r>
            <a:r>
              <a:rPr b="0" lang="en-US" sz="1600" strike="noStrike" u="none">
                <a:solidFill>
                  <a:srgbClr val="ffffff"/>
                </a:solidFill>
                <a:effectLst/>
                <a:uFillTx/>
                <a:latin typeface="Arial"/>
              </a:rPr>
              <a:t>'</a:t>
            </a:r>
            <a:r>
              <a:rPr b="1" lang="en-US" sz="1400" strike="noStrike" u="none">
                <a:solidFill>
                  <a:srgbClr val="ffffff"/>
                </a:solidFill>
                <a:effectLst/>
                <a:uFillTx/>
                <a:latin typeface="Arial"/>
              </a:rPr>
              <a:t>characters</a:t>
            </a:r>
            <a:r>
              <a:rPr b="0" lang="en-US" sz="1400" strike="noStrike" u="none">
                <a:solidFill>
                  <a:srgbClr val="ffffff"/>
                </a:solidFill>
                <a:effectLst/>
                <a:uFillTx/>
                <a:latin typeface="Arial"/>
              </a:rPr>
              <a:t>': [{'name': 'Marie', 'distance': 2}],</a:t>
            </a:r>
            <a:r>
              <a:rPr b="0" lang="en-US" sz="1600" strike="noStrike" u="none">
                <a:solidFill>
                  <a:srgbClr val="ffffff"/>
                </a:solidFill>
                <a:effectLst/>
                <a:uFillTx/>
                <a:latin typeface="Arial"/>
              </a:rPr>
              <a:t> </a:t>
            </a:r>
            <a:endParaRPr b="0" lang="en-US" sz="1600" strike="noStrike" u="none">
              <a:solidFill>
                <a:srgbClr val="ffffff"/>
              </a:solidFill>
              <a:effectLst/>
              <a:uFillTx/>
              <a:latin typeface="Arial"/>
            </a:endParaRPr>
          </a:p>
          <a:p>
            <a:pPr>
              <a:lnSpc>
                <a:spcPct val="100000"/>
              </a:lnSpc>
            </a:pPr>
            <a:r>
              <a:rPr b="0" lang="en-US" sz="1400" strike="noStrike" u="none">
                <a:solidFill>
                  <a:srgbClr val="ffffff"/>
                </a:solidFill>
                <a:effectLst/>
                <a:uFillTx/>
                <a:latin typeface="Arial"/>
              </a:rPr>
              <a:t>	</a:t>
            </a:r>
            <a:r>
              <a:rPr b="0" lang="en-US" sz="1400" strike="noStrike" u="none">
                <a:solidFill>
                  <a:srgbClr val="ffffff"/>
                </a:solidFill>
                <a:effectLst/>
                <a:uFillTx/>
                <a:latin typeface="Arial"/>
              </a:rPr>
              <a:t>'</a:t>
            </a:r>
            <a:r>
              <a:rPr b="1" lang="en-US" sz="1400" strike="noStrike" u="none">
                <a:solidFill>
                  <a:srgbClr val="ffffff"/>
                </a:solidFill>
                <a:effectLst/>
                <a:uFillTx/>
                <a:latin typeface="Arial"/>
              </a:rPr>
              <a:t>paths</a:t>
            </a:r>
            <a:r>
              <a:rPr b="0" lang="en-US" sz="1400" strike="noStrike" u="none">
                <a:solidFill>
                  <a:srgbClr val="ffffff"/>
                </a:solidFill>
                <a:effectLst/>
                <a:uFillTx/>
                <a:latin typeface="Arial"/>
              </a:rPr>
              <a:t>': []}</a:t>
            </a:r>
            <a:endParaRPr b="0" lang="en-US" sz="1400" strike="noStrike" u="none">
              <a:solidFill>
                <a:srgbClr val="ffffff"/>
              </a:solidFill>
              <a:effectLst/>
              <a:uFillTx/>
              <a:latin typeface="Arial"/>
            </a:endParaRPr>
          </a:p>
          <a:p>
            <a:pPr>
              <a:lnSpc>
                <a:spcPct val="100000"/>
              </a:lnSpc>
            </a:pPr>
            <a:endParaRPr b="0" lang="en-US" sz="1600" strike="noStrike" u="none">
              <a:solidFill>
                <a:srgbClr val="ffffff"/>
              </a:solidFill>
              <a:effectLst/>
              <a:uFillTx/>
              <a:latin typeface="Arial"/>
            </a:endParaRPr>
          </a:p>
          <a:p>
            <a:pPr>
              <a:lnSpc>
                <a:spcPct val="100000"/>
              </a:lnSpc>
            </a:pPr>
            <a:r>
              <a:rPr b="1" lang="en-US" sz="1600" strike="noStrike" u="none">
                <a:solidFill>
                  <a:srgbClr val="ffffff"/>
                </a:solidFill>
                <a:effectLst/>
                <a:uFillTx/>
                <a:latin typeface="Arial"/>
              </a:rPr>
              <a:t>Plus:</a:t>
            </a:r>
            <a:r>
              <a:rPr b="0" lang="en-US" sz="1600" strike="noStrike" u="none">
                <a:solidFill>
                  <a:srgbClr val="ffffff"/>
                </a:solidFill>
                <a:effectLst/>
                <a:uFillTx/>
                <a:latin typeface="Arial"/>
              </a:rPr>
              <a:t> Inventory, thoughts, conversations, TOM models, inspection results, action history, …</a:t>
            </a:r>
            <a:endParaRPr b="0" lang="en-US" sz="1600" strike="noStrike" u="none">
              <a:solidFill>
                <a:srgbClr val="ffffff"/>
              </a:solidFill>
              <a:effectLst/>
              <a:uFillTx/>
              <a:latin typeface="Arial"/>
            </a:endParaRPr>
          </a:p>
          <a:p>
            <a:pPr>
              <a:lnSpc>
                <a:spcPct val="100000"/>
              </a:lnSpc>
            </a:pPr>
            <a:r>
              <a:rPr b="0" lang="en-US" sz="1600" strike="noStrike" u="none">
                <a:solidFill>
                  <a:srgbClr val="ffffff"/>
                </a:solidFill>
                <a:effectLst/>
                <a:uFillTx/>
                <a:latin typeface="Arial"/>
              </a:rPr>
              <a:t>	</a:t>
            </a:r>
            <a:r>
              <a:rPr b="0" lang="en-US" sz="1600" strike="noStrike" u="none">
                <a:solidFill>
                  <a:srgbClr val="ffffff"/>
                </a:solidFill>
                <a:effectLst/>
                <a:uFillTx/>
                <a:latin typeface="Arial"/>
              </a:rPr>
              <a:t>- Internal cognitive architecture, both structure and mgmt, is another talk.</a:t>
            </a:r>
            <a:endParaRPr b="0" lang="en-US" sz="1600" strike="noStrike" u="none">
              <a:solidFill>
                <a:srgbClr val="ffffff"/>
              </a:solidFill>
              <a:effectLst/>
              <a:uFillTx/>
              <a:latin typeface="Arial"/>
            </a:endParaRPr>
          </a:p>
        </p:txBody>
      </p:sp>
      <p:sp>
        <p:nvSpPr>
          <p:cNvPr id="97" name="PlaceHolder 6"/>
          <p:cNvSpPr/>
          <p:nvPr/>
        </p:nvSpPr>
        <p:spPr>
          <a:xfrm>
            <a:off x="325800" y="950400"/>
            <a:ext cx="7313400" cy="658800"/>
          </a:xfrm>
          <a:prstGeom prst="rect">
            <a:avLst/>
          </a:prstGeom>
          <a:noFill/>
          <a:ln w="0">
            <a:noFill/>
          </a:ln>
        </p:spPr>
        <p:style>
          <a:lnRef idx="0"/>
          <a:fillRef idx="0"/>
          <a:effectRef idx="0"/>
          <a:fontRef idx="minor"/>
        </p:style>
        <p:txBody>
          <a:bodyPr lIns="0" rIns="0" tIns="0" bIns="0" anchor="t">
            <a:normAutofit lnSpcReduction="9999"/>
          </a:bodyPr>
          <a:p>
            <a:pPr marL="432000" indent="-324000">
              <a:lnSpc>
                <a:spcPct val="100000"/>
              </a:lnSpc>
              <a:spcBef>
                <a:spcPts val="575"/>
              </a:spcBef>
              <a:buClr>
                <a:srgbClr val="ffffff"/>
              </a:buClr>
              <a:buSzPct val="45000"/>
              <a:buFont typeface="Wingdings" charset="2"/>
              <a:buChar char=""/>
            </a:pPr>
            <a:r>
              <a:rPr b="0" lang="en-US" sz="2000" strike="noStrike" u="none">
                <a:solidFill>
                  <a:schemeClr val="lt1"/>
                </a:solidFill>
                <a:effectLst/>
                <a:uFillTx/>
                <a:latin typeface="Arial"/>
              </a:rPr>
              <a:t>Assume object detection for now.</a:t>
            </a:r>
            <a:endParaRPr b="0" lang="en-US" sz="2000" strike="noStrike" u="none">
              <a:solidFill>
                <a:srgbClr val="ffffff"/>
              </a:solidFill>
              <a:effectLst/>
              <a:uFillTx/>
              <a:latin typeface="Arial"/>
            </a:endParaRPr>
          </a:p>
          <a:p>
            <a:pPr marL="432000" indent="-324000">
              <a:lnSpc>
                <a:spcPct val="100000"/>
              </a:lnSpc>
              <a:spcBef>
                <a:spcPts val="431"/>
              </a:spcBef>
              <a:buClr>
                <a:srgbClr val="ffffff"/>
              </a:buClr>
              <a:buSzPct val="45000"/>
              <a:buFont typeface="Wingdings" charset="2"/>
              <a:buChar char=""/>
            </a:pPr>
            <a:r>
              <a:rPr b="0" lang="en-US" sz="2000" strike="noStrike" u="none">
                <a:solidFill>
                  <a:schemeClr val="lt1"/>
                </a:solidFill>
                <a:effectLst/>
                <a:uFillTx/>
                <a:latin typeface="Arial"/>
              </a:rPr>
              <a:t>Ignore signal → Percept for now.</a:t>
            </a:r>
            <a:endParaRPr b="0" lang="en-US" sz="20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type="title"/>
          </p:nvPr>
        </p:nvSpPr>
        <p:spPr>
          <a:xfrm>
            <a:off x="311760" y="155880"/>
            <a:ext cx="8515440" cy="622440"/>
          </a:xfrm>
          <a:prstGeom prst="rect">
            <a:avLst/>
          </a:prstGeom>
          <a:noFill/>
          <a:ln w="0">
            <a:noFill/>
          </a:ln>
        </p:spPr>
        <p:txBody>
          <a:bodyPr lIns="0" rIns="0" tIns="0" bIns="0" anchor="ctr">
            <a:noAutofit/>
          </a:bodyPr>
          <a:p>
            <a:pPr indent="0" algn="ctr">
              <a:lnSpc>
                <a:spcPct val="100000"/>
              </a:lnSpc>
              <a:buNone/>
              <a:tabLst>
                <a:tab algn="l" pos="0"/>
              </a:tabLst>
            </a:pPr>
            <a:r>
              <a:rPr b="1" i="1" lang="en-US" sz="2800" strike="noStrike" u="sng">
                <a:solidFill>
                  <a:srgbClr val="ffffff"/>
                </a:solidFill>
                <a:effectLst/>
                <a:uFillTx/>
                <a:latin typeface="Arial"/>
              </a:rPr>
              <a:t>Orient</a:t>
            </a:r>
            <a:endParaRPr b="0" lang="en-US" sz="2800" strike="noStrike" u="none">
              <a:solidFill>
                <a:srgbClr val="ffffff"/>
              </a:solidFill>
              <a:effectLst/>
              <a:uFillTx/>
              <a:latin typeface="Arial"/>
            </a:endParaRPr>
          </a:p>
        </p:txBody>
      </p:sp>
      <p:sp>
        <p:nvSpPr>
          <p:cNvPr id="99" name=""/>
          <p:cNvSpPr/>
          <p:nvPr/>
        </p:nvSpPr>
        <p:spPr>
          <a:xfrm>
            <a:off x="3201120" y="2010240"/>
            <a:ext cx="5255280" cy="2559960"/>
          </a:xfrm>
          <a:prstGeom prst="rect">
            <a:avLst/>
          </a:prstGeom>
          <a:noFill/>
          <a:ln w="12600">
            <a:solidFill>
              <a:srgbClr val="808080"/>
            </a:solidFill>
            <a:round/>
          </a:ln>
        </p:spPr>
        <p:style>
          <a:lnRef idx="0"/>
          <a:fillRef idx="0"/>
          <a:effectRef idx="0"/>
          <a:fontRef idx="minor"/>
        </p:style>
        <p:txBody>
          <a:bodyPr lIns="90000" rIns="90000" tIns="45000" bIns="45000" anchor="t">
            <a:noAutofit/>
          </a:bodyPr>
          <a:p>
            <a:pPr>
              <a:lnSpc>
                <a:spcPct val="100000"/>
              </a:lnSpc>
            </a:pPr>
            <a:r>
              <a:rPr b="1" lang="en-US" sz="1300" strike="noStrike" u="none">
                <a:solidFill>
                  <a:srgbClr val="ffffff"/>
                </a:solidFill>
                <a:effectLst/>
                <a:uFillTx/>
                <a:latin typeface="Courier New"/>
              </a:rPr>
              <a:t>Activity</a:t>
            </a:r>
            <a:r>
              <a:rPr b="0" lang="en-US" sz="1300" strike="noStrike" u="none">
                <a:solidFill>
                  <a:srgbClr val="ffffff"/>
                </a:solidFill>
                <a:effectLst/>
                <a:uFillTx/>
                <a:latin typeface="Courier New"/>
              </a:rPr>
              <a:t>: Eat Morning Bread</a:t>
            </a:r>
            <a:endParaRPr b="0" lang="en-US" sz="1300" strike="noStrike" u="none">
              <a:solidFill>
                <a:srgbClr val="ffffff"/>
              </a:solidFill>
              <a:effectLst/>
              <a:uFillTx/>
              <a:latin typeface="Arial"/>
            </a:endParaRPr>
          </a:p>
          <a:p>
            <a:pPr>
              <a:lnSpc>
                <a:spcPct val="100000"/>
              </a:lnSpc>
            </a:pPr>
            <a:r>
              <a:rPr b="1" lang="en-US" sz="1300" strike="noStrike" u="none">
                <a:solidFill>
                  <a:srgbClr val="ffffff"/>
                </a:solidFill>
                <a:effectLst/>
                <a:uFillTx/>
                <a:latin typeface="Courier New"/>
              </a:rPr>
              <a:t>Duration</a:t>
            </a:r>
            <a:r>
              <a:rPr b="0" lang="en-US" sz="1300" strike="noStrike" u="none">
                <a:solidFill>
                  <a:srgbClr val="ffffff"/>
                </a:solidFill>
                <a:effectLst/>
                <a:uFillTx/>
                <a:latin typeface="Courier New"/>
              </a:rPr>
              <a:t>: 10-20 minutes</a:t>
            </a:r>
            <a:endParaRPr b="0" lang="en-US" sz="1300" strike="noStrike" u="none">
              <a:solidFill>
                <a:srgbClr val="ffffff"/>
              </a:solidFill>
              <a:effectLst/>
              <a:uFillTx/>
              <a:latin typeface="Arial"/>
            </a:endParaRPr>
          </a:p>
          <a:p>
            <a:pPr>
              <a:lnSpc>
                <a:spcPct val="100000"/>
              </a:lnSpc>
            </a:pPr>
            <a:r>
              <a:rPr b="1" lang="en-US" sz="1300" strike="noStrike" u="none">
                <a:solidFill>
                  <a:srgbClr val="ffffff"/>
                </a:solidFill>
                <a:effectLst/>
                <a:uFillTx/>
                <a:latin typeface="Courier New"/>
              </a:rPr>
              <a:t>Category</a:t>
            </a:r>
            <a:r>
              <a:rPr b="0" lang="en-US" sz="1300" strike="noStrike" u="none">
                <a:solidFill>
                  <a:srgbClr val="ffffff"/>
                </a:solidFill>
                <a:effectLst/>
                <a:uFillTx/>
                <a:latin typeface="Courier New"/>
              </a:rPr>
              <a:t>: Physiological ADLs</a:t>
            </a:r>
            <a:endParaRPr b="0" lang="en-US" sz="1300" strike="noStrike" u="none">
              <a:solidFill>
                <a:srgbClr val="ffffff"/>
              </a:solidFill>
              <a:effectLst/>
              <a:uFillTx/>
              <a:latin typeface="Arial"/>
            </a:endParaRPr>
          </a:p>
          <a:p>
            <a:pPr>
              <a:lnSpc>
                <a:spcPct val="100000"/>
              </a:lnSpc>
            </a:pPr>
            <a:r>
              <a:rPr b="1" lang="en-US" sz="1300" strike="noStrike" u="none">
                <a:solidFill>
                  <a:srgbClr val="ffffff"/>
                </a:solidFill>
                <a:effectLst/>
                <a:uFillTx/>
                <a:latin typeface="Courier New"/>
              </a:rPr>
              <a:t>Tags</a:t>
            </a:r>
            <a:r>
              <a:rPr b="0" lang="en-US" sz="1300" strike="noStrike" u="none">
                <a:solidFill>
                  <a:srgbClr val="ffffff"/>
                </a:solidFill>
                <a:effectLst/>
                <a:uFillTx/>
                <a:latin typeface="Courier New"/>
              </a:rPr>
              <a:t>: physical, routine, survival, solo, indoors</a:t>
            </a:r>
            <a:endParaRPr b="0" lang="en-US" sz="1300" strike="noStrike" u="none">
              <a:solidFill>
                <a:srgbClr val="ffffff"/>
              </a:solidFill>
              <a:effectLst/>
              <a:uFillTx/>
              <a:latin typeface="Arial"/>
            </a:endParaRPr>
          </a:p>
          <a:p>
            <a:pPr>
              <a:lnSpc>
                <a:spcPct val="100000"/>
              </a:lnSpc>
            </a:pPr>
            <a:r>
              <a:rPr b="1" lang="en-US" sz="1300" strike="noStrike" u="none">
                <a:solidFill>
                  <a:srgbClr val="ffffff"/>
                </a:solidFill>
                <a:effectLst/>
                <a:uFillTx/>
                <a:latin typeface="Courier New"/>
              </a:rPr>
              <a:t>Current Step</a:t>
            </a:r>
            <a:r>
              <a:rPr b="0" lang="en-US" sz="1300" strike="noStrike" u="none">
                <a:solidFill>
                  <a:srgbClr val="ffffff"/>
                </a:solidFill>
                <a:effectLst/>
                <a:uFillTx/>
                <a:latin typeface="Courier New"/>
              </a:rPr>
              <a:t>: move to Farmhouse</a:t>
            </a:r>
            <a:endParaRPr b="0" lang="en-US" sz="1300" strike="noStrike" u="none">
              <a:solidFill>
                <a:srgbClr val="ffffff"/>
              </a:solidFill>
              <a:effectLst/>
              <a:uFillTx/>
              <a:latin typeface="Arial"/>
            </a:endParaRPr>
          </a:p>
          <a:p>
            <a:pPr>
              <a:lnSpc>
                <a:spcPct val="100000"/>
              </a:lnSpc>
            </a:pPr>
            <a:r>
              <a:rPr b="1" lang="en-US" sz="1300" strike="noStrike" u="none">
                <a:solidFill>
                  <a:srgbClr val="ffffff"/>
                </a:solidFill>
                <a:effectLst/>
                <a:uFillTx/>
                <a:latin typeface="Courier New"/>
              </a:rPr>
              <a:t>Steps</a:t>
            </a:r>
            <a:endParaRPr b="0" lang="en-US" sz="1300" strike="noStrike" u="none">
              <a:solidFill>
                <a:srgbClr val="ffffff"/>
              </a:solidFill>
              <a:effectLst/>
              <a:uFillTx/>
              <a:latin typeface="Arial"/>
            </a:endParaRPr>
          </a:p>
          <a:p>
            <a:pPr>
              <a:lnSpc>
                <a:spcPct val="100000"/>
              </a:lnSpc>
            </a:pPr>
            <a:r>
              <a:rPr b="0" lang="en-US" sz="1300" strike="noStrike" u="none">
                <a:solidFill>
                  <a:srgbClr val="ffffff"/>
                </a:solidFill>
                <a:effectLst/>
                <a:uFillTx/>
                <a:latin typeface="Courier New"/>
              </a:rPr>
              <a:t>▶ 1. move to Farmhouse</a:t>
            </a:r>
            <a:endParaRPr b="0" lang="en-US" sz="1300" strike="noStrike" u="none">
              <a:solidFill>
                <a:srgbClr val="ffffff"/>
              </a:solidFill>
              <a:effectLst/>
              <a:uFillTx/>
              <a:latin typeface="Arial"/>
            </a:endParaRPr>
          </a:p>
          <a:p>
            <a:pPr>
              <a:lnSpc>
                <a:spcPct val="100000"/>
              </a:lnSpc>
            </a:pPr>
            <a:r>
              <a:rPr b="0" lang="en-US" sz="1300" strike="noStrike" u="none">
                <a:solidFill>
                  <a:srgbClr val="ffffff"/>
                </a:solidFill>
                <a:effectLst/>
                <a:uFillTx/>
                <a:latin typeface="Courier New"/>
              </a:rPr>
              <a:t>   2. take Bread</a:t>
            </a:r>
            <a:endParaRPr b="0" lang="en-US" sz="1300" strike="noStrike" u="none">
              <a:solidFill>
                <a:srgbClr val="ffffff"/>
              </a:solidFill>
              <a:effectLst/>
              <a:uFillTx/>
              <a:latin typeface="Arial"/>
            </a:endParaRPr>
          </a:p>
          <a:p>
            <a:pPr>
              <a:lnSpc>
                <a:spcPct val="100000"/>
              </a:lnSpc>
            </a:pPr>
            <a:r>
              <a:rPr b="0" lang="en-US" sz="1300" strike="noStrike" u="none">
                <a:solidFill>
                  <a:srgbClr val="ffffff"/>
                </a:solidFill>
                <a:effectLst/>
                <a:uFillTx/>
                <a:latin typeface="Courier New"/>
              </a:rPr>
              <a:t>   3. consume Bread</a:t>
            </a:r>
            <a:endParaRPr b="0" lang="en-US" sz="1300" strike="noStrike" u="none">
              <a:solidFill>
                <a:srgbClr val="ffffff"/>
              </a:solidFill>
              <a:effectLst/>
              <a:uFillTx/>
              <a:latin typeface="Arial"/>
            </a:endParaRPr>
          </a:p>
        </p:txBody>
      </p:sp>
      <p:sp>
        <p:nvSpPr>
          <p:cNvPr id="100" name="PlaceHolder 4"/>
          <p:cNvSpPr/>
          <p:nvPr/>
        </p:nvSpPr>
        <p:spPr>
          <a:xfrm>
            <a:off x="456120" y="1201680"/>
            <a:ext cx="2657160" cy="2404800"/>
          </a:xfrm>
          <a:prstGeom prst="rect">
            <a:avLst/>
          </a:prstGeom>
          <a:noFill/>
          <a:ln w="0">
            <a:noFill/>
          </a:ln>
        </p:spPr>
        <p:style>
          <a:lnRef idx="0"/>
          <a:fillRef idx="0"/>
          <a:effectRef idx="0"/>
          <a:fontRef idx="minor"/>
        </p:style>
        <p:txBody>
          <a:bodyPr lIns="0" rIns="0" tIns="0" bIns="0" anchor="t">
            <a:normAutofit/>
          </a:bodyPr>
          <a:p>
            <a:pPr marL="432000" indent="-324000">
              <a:lnSpc>
                <a:spcPct val="100000"/>
              </a:lnSpc>
              <a:spcBef>
                <a:spcPts val="505"/>
              </a:spcBef>
              <a:spcAft>
                <a:spcPts val="145"/>
              </a:spcAft>
              <a:buClr>
                <a:srgbClr val="ffffff"/>
              </a:buClr>
              <a:buSzPct val="45000"/>
              <a:buFont typeface="Wingdings" charset="2"/>
              <a:buChar char=""/>
            </a:pPr>
            <a:r>
              <a:rPr b="0" lang="en-US" sz="1800" strike="noStrike" u="none">
                <a:solidFill>
                  <a:schemeClr val="lt1"/>
                </a:solidFill>
                <a:effectLst/>
                <a:uFillTx/>
                <a:latin typeface="Arial"/>
              </a:rPr>
              <a:t>Emergency?</a:t>
            </a:r>
            <a:endParaRPr b="0" lang="en-US" sz="1800" strike="noStrike" u="none">
              <a:solidFill>
                <a:srgbClr val="ffffff"/>
              </a:solidFill>
              <a:effectLst/>
              <a:uFillTx/>
              <a:latin typeface="Arial"/>
            </a:endParaRPr>
          </a:p>
          <a:p>
            <a:pPr marL="432000" indent="-324000">
              <a:lnSpc>
                <a:spcPct val="100000"/>
              </a:lnSpc>
              <a:spcBef>
                <a:spcPts val="505"/>
              </a:spcBef>
              <a:spcAft>
                <a:spcPts val="145"/>
              </a:spcAft>
              <a:buClr>
                <a:srgbClr val="ffffff"/>
              </a:buClr>
              <a:buSzPct val="45000"/>
              <a:buFont typeface="Wingdings" charset="2"/>
              <a:buChar char=""/>
            </a:pPr>
            <a:r>
              <a:rPr b="0" lang="en-US" sz="1800" strike="noStrike" u="none">
                <a:solidFill>
                  <a:schemeClr val="lt1"/>
                </a:solidFill>
                <a:effectLst/>
                <a:uFillTx/>
                <a:latin typeface="Arial"/>
              </a:rPr>
              <a:t>Current plan?</a:t>
            </a:r>
            <a:endParaRPr b="0" lang="en-US" sz="1800" strike="noStrike" u="none">
              <a:solidFill>
                <a:srgbClr val="ffffff"/>
              </a:solidFill>
              <a:effectLst/>
              <a:uFillTx/>
              <a:latin typeface="Arial"/>
            </a:endParaRPr>
          </a:p>
          <a:p>
            <a:pPr marL="432000" indent="-324000">
              <a:lnSpc>
                <a:spcPct val="100000"/>
              </a:lnSpc>
              <a:spcBef>
                <a:spcPts val="505"/>
              </a:spcBef>
              <a:spcAft>
                <a:spcPts val="145"/>
              </a:spcAft>
              <a:buClr>
                <a:srgbClr val="ffffff"/>
              </a:buClr>
              <a:buSzPct val="45000"/>
              <a:buFont typeface="Wingdings" charset="2"/>
              <a:buChar char=""/>
            </a:pPr>
            <a:r>
              <a:rPr b="0" lang="en-US" sz="1800" strike="noStrike" u="none">
                <a:solidFill>
                  <a:schemeClr val="lt1"/>
                </a:solidFill>
                <a:effectLst/>
                <a:uFillTx/>
                <a:latin typeface="Arial"/>
              </a:rPr>
              <a:t>Current Activity?</a:t>
            </a:r>
            <a:endParaRPr b="0" lang="en-US" sz="1800" strike="noStrike" u="none">
              <a:solidFill>
                <a:srgbClr val="ffffff"/>
              </a:solidFill>
              <a:effectLst/>
              <a:uFillTx/>
              <a:latin typeface="Arial"/>
            </a:endParaRPr>
          </a:p>
          <a:p>
            <a:pPr marL="432000" indent="-324000">
              <a:lnSpc>
                <a:spcPct val="100000"/>
              </a:lnSpc>
              <a:spcBef>
                <a:spcPts val="505"/>
              </a:spcBef>
              <a:spcAft>
                <a:spcPts val="145"/>
              </a:spcAft>
              <a:buClr>
                <a:srgbClr val="ffffff"/>
              </a:buClr>
              <a:buSzPct val="45000"/>
              <a:buFont typeface="Wingdings" charset="2"/>
              <a:buChar char=""/>
            </a:pPr>
            <a:r>
              <a:rPr b="0" lang="en-US" sz="1800" strike="noStrike" u="none">
                <a:solidFill>
                  <a:schemeClr val="lt1"/>
                </a:solidFill>
                <a:effectLst/>
                <a:uFillTx/>
                <a:latin typeface="Arial"/>
              </a:rPr>
              <a:t>Select Activity?</a:t>
            </a:r>
            <a:endParaRPr b="0" lang="en-US" sz="1800" strike="noStrike" u="none">
              <a:solidFill>
                <a:srgbClr val="ffffff"/>
              </a:solidFill>
              <a:effectLst/>
              <a:uFillTx/>
              <a:latin typeface="Arial"/>
            </a:endParaRPr>
          </a:p>
          <a:p>
            <a:pPr marL="432000" indent="-324000">
              <a:lnSpc>
                <a:spcPct val="100000"/>
              </a:lnSpc>
              <a:spcBef>
                <a:spcPts val="505"/>
              </a:spcBef>
              <a:spcAft>
                <a:spcPts val="145"/>
              </a:spcAft>
              <a:buClr>
                <a:srgbClr val="ffffff"/>
              </a:buClr>
              <a:buSzPct val="45000"/>
              <a:buFont typeface="Wingdings" charset="2"/>
              <a:buChar char=""/>
            </a:pPr>
            <a:r>
              <a:rPr b="0" lang="en-US" sz="1800" strike="noStrike" u="none">
                <a:solidFill>
                  <a:schemeClr val="lt1"/>
                </a:solidFill>
                <a:effectLst/>
                <a:uFillTx/>
                <a:latin typeface="Arial"/>
              </a:rPr>
              <a:t>Ad-hoc Goal </a:t>
            </a:r>
            <a:endParaRPr b="0" lang="en-US"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PlaceHolder 1"/>
          <p:cNvSpPr>
            <a:spLocks noGrp="1"/>
          </p:cNvSpPr>
          <p:nvPr>
            <p:ph type="title"/>
          </p:nvPr>
        </p:nvSpPr>
        <p:spPr>
          <a:xfrm>
            <a:off x="326160" y="119880"/>
            <a:ext cx="8515440" cy="622440"/>
          </a:xfrm>
          <a:prstGeom prst="rect">
            <a:avLst/>
          </a:prstGeom>
          <a:noFill/>
          <a:ln w="0">
            <a:noFill/>
          </a:ln>
        </p:spPr>
        <p:txBody>
          <a:bodyPr lIns="0" rIns="0" tIns="0" bIns="0" anchor="ctr">
            <a:noAutofit/>
          </a:bodyPr>
          <a:p>
            <a:pPr indent="0" algn="ctr">
              <a:lnSpc>
                <a:spcPct val="100000"/>
              </a:lnSpc>
              <a:buNone/>
              <a:tabLst>
                <a:tab algn="l" pos="0"/>
              </a:tabLst>
            </a:pPr>
            <a:r>
              <a:rPr b="1" i="1" lang="en-US" sz="2800" strike="noStrike" u="sng">
                <a:solidFill>
                  <a:srgbClr val="ffffff"/>
                </a:solidFill>
                <a:effectLst/>
                <a:uFillTx/>
                <a:latin typeface="Arial"/>
              </a:rPr>
              <a:t>‘Decide’: Activity step → Plan</a:t>
            </a:r>
            <a:endParaRPr b="0" lang="en-US" sz="2800" strike="noStrike" u="none">
              <a:solidFill>
                <a:srgbClr val="ffffff"/>
              </a:solidFill>
              <a:effectLst/>
              <a:uFillTx/>
              <a:latin typeface="Arial"/>
            </a:endParaRPr>
          </a:p>
        </p:txBody>
      </p:sp>
      <p:sp>
        <p:nvSpPr>
          <p:cNvPr id="102" name=""/>
          <p:cNvSpPr/>
          <p:nvPr/>
        </p:nvSpPr>
        <p:spPr>
          <a:xfrm>
            <a:off x="4451400" y="1652040"/>
            <a:ext cx="4270680" cy="2015640"/>
          </a:xfrm>
          <a:prstGeom prst="rect">
            <a:avLst/>
          </a:prstGeom>
          <a:noFill/>
          <a:ln w="0">
            <a:solidFill>
              <a:srgbClr val="808080"/>
            </a:solidFill>
          </a:ln>
        </p:spPr>
        <p:style>
          <a:lnRef idx="0"/>
          <a:fillRef idx="0"/>
          <a:effectRef idx="0"/>
          <a:fontRef idx="minor"/>
        </p:style>
        <p:txBody>
          <a:bodyPr lIns="90000" rIns="90000" tIns="45000" bIns="45000" anchor="t">
            <a:noAutofit/>
          </a:bodyPr>
          <a:p>
            <a:pPr>
              <a:lnSpc>
                <a:spcPct val="100000"/>
              </a:lnSpc>
            </a:pPr>
            <a:r>
              <a:rPr b="0" lang="en-US" sz="1400" strike="noStrike" u="none">
                <a:solidFill>
                  <a:srgbClr val="ffffff"/>
                </a:solidFill>
                <a:effectLst/>
                <a:uFillTx/>
                <a:latin typeface="Courier New"/>
              </a:rPr>
              <a:t>scan target: Hay, out: $nearest_hay</a:t>
            </a:r>
            <a:endParaRPr b="0" lang="en-US" sz="1400" strike="noStrike" u="none">
              <a:solidFill>
                <a:srgbClr val="ffffff"/>
              </a:solidFill>
              <a:effectLst/>
              <a:uFillTx/>
              <a:latin typeface="Arial"/>
            </a:endParaRPr>
          </a:p>
          <a:p>
            <a:pPr>
              <a:lnSpc>
                <a:spcPct val="100000"/>
              </a:lnSpc>
            </a:pPr>
            <a:r>
              <a:rPr b="0" lang="en-US" sz="1400" strike="noStrike" u="none">
                <a:solidFill>
                  <a:srgbClr val="ffffff"/>
                </a:solidFill>
                <a:effectLst/>
                <a:uFillTx/>
                <a:latin typeface="Courier New"/>
              </a:rPr>
              <a:t>while</a:t>
            </a:r>
            <a:endParaRPr b="0" lang="en-US" sz="1400" strike="noStrike" u="none">
              <a:solidFill>
                <a:srgbClr val="ffffff"/>
              </a:solidFill>
              <a:effectLst/>
              <a:uFillTx/>
              <a:latin typeface="Arial"/>
            </a:endParaRPr>
          </a:p>
          <a:p>
            <a:pPr>
              <a:lnSpc>
                <a:spcPct val="100000"/>
              </a:lnSpc>
            </a:pPr>
            <a:r>
              <a:rPr b="0" lang="en-US" sz="1400" strike="noStrike" u="none">
                <a:solidFill>
                  <a:srgbClr val="ffffff"/>
                </a:solidFill>
                <a:effectLst/>
                <a:uFillTx/>
                <a:latin typeface="Courier New"/>
              </a:rPr>
              <a:t>   condition: {notnear $nearest_hay},</a:t>
            </a:r>
            <a:endParaRPr b="0" lang="en-US" sz="1400" strike="noStrike" u="none">
              <a:solidFill>
                <a:srgbClr val="ffffff"/>
              </a:solidFill>
              <a:effectLst/>
              <a:uFillTx/>
              <a:latin typeface="Arial"/>
            </a:endParaRPr>
          </a:p>
          <a:p>
            <a:pPr>
              <a:lnSpc>
                <a:spcPct val="100000"/>
              </a:lnSpc>
            </a:pPr>
            <a:r>
              <a:rPr b="0" lang="en-US" sz="1400" strike="noStrike" u="none">
                <a:solidFill>
                  <a:srgbClr val="ffffff"/>
                </a:solidFill>
                <a:effectLst/>
                <a:uFillTx/>
                <a:latin typeface="Courier New"/>
              </a:rPr>
              <a:t>   body: [{move $nearest_hay}]</a:t>
            </a:r>
            <a:endParaRPr b="0" lang="en-US" sz="1400" strike="noStrike" u="none">
              <a:solidFill>
                <a:srgbClr val="ffffff"/>
              </a:solidFill>
              <a:effectLst/>
              <a:uFillTx/>
              <a:latin typeface="Arial"/>
            </a:endParaRPr>
          </a:p>
          <a:p>
            <a:pPr>
              <a:lnSpc>
                <a:spcPct val="100000"/>
              </a:lnSpc>
            </a:pPr>
            <a:endParaRPr b="0" lang="en-US" sz="1400" strike="noStrike" u="none">
              <a:solidFill>
                <a:srgbClr val="ffffff"/>
              </a:solidFill>
              <a:effectLst/>
              <a:uFillTx/>
              <a:latin typeface="Arial"/>
            </a:endParaRPr>
          </a:p>
          <a:p>
            <a:pPr>
              <a:lnSpc>
                <a:spcPct val="100000"/>
              </a:lnSpc>
            </a:pPr>
            <a:r>
              <a:rPr b="0" lang="en-US" sz="1400" strike="noStrike" u="none">
                <a:solidFill>
                  <a:srgbClr val="ffffff"/>
                </a:solidFill>
                <a:effectLst/>
                <a:uFillTx/>
                <a:latin typeface="Courier New"/>
              </a:rPr>
              <a:t>take $nearest_hay</a:t>
            </a:r>
            <a:endParaRPr b="0" lang="en-US" sz="1400" strike="noStrike" u="none">
              <a:solidFill>
                <a:srgbClr val="ffffff"/>
              </a:solidFill>
              <a:effectLst/>
              <a:uFillTx/>
              <a:latin typeface="Arial"/>
            </a:endParaRPr>
          </a:p>
        </p:txBody>
      </p:sp>
      <p:sp>
        <p:nvSpPr>
          <p:cNvPr id="103" name=""/>
          <p:cNvSpPr/>
          <p:nvPr/>
        </p:nvSpPr>
        <p:spPr>
          <a:xfrm>
            <a:off x="686520" y="1143000"/>
            <a:ext cx="3197880" cy="2970000"/>
          </a:xfrm>
          <a:prstGeom prst="rect">
            <a:avLst/>
          </a:prstGeom>
          <a:noFill/>
          <a:ln w="0">
            <a:solidFill>
              <a:srgbClr val="808080"/>
            </a:solidFill>
          </a:ln>
        </p:spPr>
        <p:style>
          <a:lnRef idx="0"/>
          <a:fillRef idx="0"/>
          <a:effectRef idx="0"/>
          <a:fontRef idx="minor"/>
        </p:style>
        <p:txBody>
          <a:bodyPr lIns="90000" rIns="90000" tIns="45000" bIns="45000" anchor="t">
            <a:noAutofit/>
          </a:bodyPr>
          <a:p>
            <a:pPr>
              <a:lnSpc>
                <a:spcPct val="100000"/>
              </a:lnSpc>
            </a:pPr>
            <a:r>
              <a:rPr b="1" lang="en-US" sz="1500" strike="noStrike" u="sng">
                <a:solidFill>
                  <a:srgbClr val="ffffff"/>
                </a:solidFill>
                <a:effectLst/>
                <a:uFillTx/>
                <a:latin typeface="Courier New"/>
              </a:rPr>
              <a:t>Harvest Wheat Field</a:t>
            </a:r>
            <a:endParaRPr b="0" lang="en-US" sz="1500" strike="noStrike" u="none">
              <a:solidFill>
                <a:srgbClr val="ffffff"/>
              </a:solidFill>
              <a:effectLst/>
              <a:uFillTx/>
              <a:latin typeface="Arial"/>
            </a:endParaRPr>
          </a:p>
          <a:p>
            <a:pPr>
              <a:lnSpc>
                <a:spcPct val="100000"/>
              </a:lnSpc>
            </a:pPr>
            <a:r>
              <a:rPr b="1" lang="en-US" sz="1500" strike="noStrike" u="sng">
                <a:solidFill>
                  <a:srgbClr val="ffffff"/>
                </a:solidFill>
                <a:effectLst/>
                <a:uFillTx/>
                <a:latin typeface="Courier New"/>
              </a:rPr>
              <a:t>Duration</a:t>
            </a:r>
            <a:r>
              <a:rPr b="0" lang="en-US" sz="1500" strike="noStrike" u="none">
                <a:solidFill>
                  <a:srgbClr val="ffffff"/>
                </a:solidFill>
                <a:effectLst/>
                <a:uFillTx/>
                <a:latin typeface="Courier New"/>
              </a:rPr>
              <a:t> 120-240 minutes</a:t>
            </a:r>
            <a:endParaRPr b="0" lang="en-US" sz="1500" strike="noStrike" u="none">
              <a:solidFill>
                <a:srgbClr val="ffffff"/>
              </a:solidFill>
              <a:effectLst/>
              <a:uFillTx/>
              <a:latin typeface="Arial"/>
            </a:endParaRPr>
          </a:p>
          <a:p>
            <a:pPr>
              <a:lnSpc>
                <a:spcPct val="100000"/>
              </a:lnSpc>
            </a:pPr>
            <a:r>
              <a:rPr b="1" lang="en-US" sz="1500" strike="noStrike" u="sng">
                <a:solidFill>
                  <a:srgbClr val="ffffff"/>
                </a:solidFill>
                <a:effectLst/>
                <a:uFillTx/>
                <a:latin typeface="Courier New"/>
              </a:rPr>
              <a:t>Category</a:t>
            </a:r>
            <a:r>
              <a:rPr b="0" lang="en-US" sz="1500" strike="noStrike" u="none">
                <a:solidFill>
                  <a:srgbClr val="ffffff"/>
                </a:solidFill>
                <a:effectLst/>
                <a:uFillTx/>
                <a:latin typeface="Courier New"/>
              </a:rPr>
              <a:t> Production</a:t>
            </a:r>
            <a:endParaRPr b="0" lang="en-US" sz="1500" strike="noStrike" u="none">
              <a:solidFill>
                <a:srgbClr val="ffffff"/>
              </a:solidFill>
              <a:effectLst/>
              <a:uFillTx/>
              <a:latin typeface="Arial"/>
            </a:endParaRPr>
          </a:p>
          <a:p>
            <a:pPr>
              <a:lnSpc>
                <a:spcPct val="100000"/>
              </a:lnSpc>
            </a:pPr>
            <a:r>
              <a:rPr b="1" lang="en-US" sz="1500" strike="noStrike" u="sng">
                <a:solidFill>
                  <a:srgbClr val="ffffff"/>
                </a:solidFill>
                <a:effectLst/>
                <a:uFillTx/>
                <a:latin typeface="Courier New"/>
              </a:rPr>
              <a:t>Tags</a:t>
            </a:r>
            <a:r>
              <a:rPr b="0" lang="en-US" sz="1500" strike="noStrike" u="none">
                <a:solidFill>
                  <a:srgbClr val="ffffff"/>
                </a:solidFill>
                <a:effectLst/>
                <a:uFillTx/>
                <a:latin typeface="Courier New"/>
              </a:rPr>
              <a:t> physical, outdoors,..</a:t>
            </a:r>
            <a:endParaRPr b="0" lang="en-US" sz="1500" strike="noStrike" u="none">
              <a:solidFill>
                <a:srgbClr val="ffffff"/>
              </a:solidFill>
              <a:effectLst/>
              <a:uFillTx/>
              <a:latin typeface="Arial"/>
            </a:endParaRPr>
          </a:p>
          <a:p>
            <a:pPr>
              <a:lnSpc>
                <a:spcPct val="100000"/>
              </a:lnSpc>
            </a:pPr>
            <a:r>
              <a:rPr b="1" lang="en-US" sz="1500" strike="noStrike" u="sng">
                <a:solidFill>
                  <a:srgbClr val="ffffff"/>
                </a:solidFill>
                <a:effectLst/>
                <a:uFillTx/>
                <a:latin typeface="Courier New"/>
              </a:rPr>
              <a:t>Current Step</a:t>
            </a:r>
            <a:r>
              <a:rPr b="0" lang="en-US" sz="1500" strike="noStrike" u="none">
                <a:solidFill>
                  <a:srgbClr val="ffffff"/>
                </a:solidFill>
                <a:effectLst/>
                <a:uFillTx/>
                <a:latin typeface="Courier New"/>
              </a:rPr>
              <a:t> collect Hay</a:t>
            </a:r>
            <a:endParaRPr b="0" lang="en-US" sz="1500" strike="noStrike" u="none">
              <a:solidFill>
                <a:srgbClr val="ffffff"/>
              </a:solidFill>
              <a:effectLst/>
              <a:uFillTx/>
              <a:latin typeface="Arial"/>
            </a:endParaRPr>
          </a:p>
          <a:p>
            <a:pPr>
              <a:lnSpc>
                <a:spcPct val="100000"/>
              </a:lnSpc>
            </a:pPr>
            <a:r>
              <a:rPr b="1" lang="en-US" sz="1500" strike="noStrike" u="sng">
                <a:solidFill>
                  <a:srgbClr val="ffffff"/>
                </a:solidFill>
                <a:effectLst/>
                <a:uFillTx/>
                <a:latin typeface="Courier New"/>
              </a:rPr>
              <a:t>Steps</a:t>
            </a:r>
            <a:r>
              <a:rPr b="0" lang="en-US" sz="1500" strike="noStrike" u="none">
                <a:solidFill>
                  <a:srgbClr val="ffffff"/>
                </a:solidFill>
                <a:effectLst/>
                <a:uFillTx/>
                <a:latin typeface="Courier New"/>
              </a:rPr>
              <a:t>  </a:t>
            </a:r>
            <a:endParaRPr b="0" lang="en-US" sz="1500" strike="noStrike" u="none">
              <a:solidFill>
                <a:srgbClr val="ffffff"/>
              </a:solidFill>
              <a:effectLst/>
              <a:uFillTx/>
              <a:latin typeface="Arial"/>
            </a:endParaRPr>
          </a:p>
          <a:p>
            <a:pPr>
              <a:lnSpc>
                <a:spcPct val="100000"/>
              </a:lnSpc>
            </a:pPr>
            <a:r>
              <a:rPr b="0" lang="en-US" sz="1500" strike="noStrike" u="none">
                <a:solidFill>
                  <a:srgbClr val="ffffff"/>
                </a:solidFill>
                <a:effectLst/>
                <a:uFillTx/>
                <a:latin typeface="Courier New"/>
              </a:rPr>
              <a:t>    1. move to Field</a:t>
            </a:r>
            <a:endParaRPr b="0" lang="en-US" sz="1500" strike="noStrike" u="none">
              <a:solidFill>
                <a:srgbClr val="ffffff"/>
              </a:solidFill>
              <a:effectLst/>
              <a:uFillTx/>
              <a:latin typeface="Arial"/>
            </a:endParaRPr>
          </a:p>
          <a:p>
            <a:pPr>
              <a:lnSpc>
                <a:spcPct val="100000"/>
              </a:lnSpc>
            </a:pPr>
            <a:r>
              <a:rPr b="0" lang="en-US" sz="1500" strike="noStrike" u="none">
                <a:solidFill>
                  <a:srgbClr val="ffffff"/>
                </a:solidFill>
                <a:effectLst/>
                <a:uFillTx/>
                <a:latin typeface="Courier New"/>
              </a:rPr>
              <a:t>    2. use Scythe</a:t>
            </a:r>
            <a:endParaRPr b="0" lang="en-US" sz="1500" strike="noStrike" u="none">
              <a:solidFill>
                <a:srgbClr val="ffffff"/>
              </a:solidFill>
              <a:effectLst/>
              <a:uFillTx/>
              <a:latin typeface="Arial"/>
            </a:endParaRPr>
          </a:p>
          <a:p>
            <a:pPr>
              <a:lnSpc>
                <a:spcPct val="100000"/>
              </a:lnSpc>
            </a:pPr>
            <a:r>
              <a:rPr b="0" lang="en-US" sz="1500" strike="noStrike" u="none">
                <a:solidFill>
                  <a:srgbClr val="ffffff"/>
                </a:solidFill>
                <a:effectLst/>
                <a:uFillTx/>
                <a:latin typeface="Courier New"/>
              </a:rPr>
              <a:t>▶  3. collect Hay</a:t>
            </a:r>
            <a:endParaRPr b="0" lang="en-US" sz="15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PlaceHolder 1"/>
          <p:cNvSpPr>
            <a:spLocks noGrp="1"/>
          </p:cNvSpPr>
          <p:nvPr>
            <p:ph type="title"/>
          </p:nvPr>
        </p:nvSpPr>
        <p:spPr>
          <a:xfrm>
            <a:off x="311760" y="83880"/>
            <a:ext cx="8515440" cy="623520"/>
          </a:xfrm>
          <a:prstGeom prst="rect">
            <a:avLst/>
          </a:prstGeom>
          <a:noFill/>
          <a:ln w="0">
            <a:noFill/>
          </a:ln>
        </p:spPr>
        <p:txBody>
          <a:bodyPr lIns="0" rIns="0" tIns="0" bIns="0" anchor="ctr">
            <a:noAutofit/>
          </a:bodyPr>
          <a:p>
            <a:pPr indent="0" algn="ctr">
              <a:lnSpc>
                <a:spcPct val="100000"/>
              </a:lnSpc>
              <a:buNone/>
              <a:tabLst>
                <a:tab algn="l" pos="0"/>
              </a:tabLst>
            </a:pPr>
            <a:r>
              <a:rPr b="1" i="1" lang="en-US" sz="2800" strike="noStrike" u="none">
                <a:solidFill>
                  <a:srgbClr val="ffffff"/>
                </a:solidFill>
                <a:effectLst/>
                <a:uFillTx/>
                <a:latin typeface="Arial"/>
              </a:rPr>
              <a:t>Trivial Plans?</a:t>
            </a:r>
            <a:endParaRPr b="0" lang="en-US" sz="2800" strike="noStrike" u="none">
              <a:solidFill>
                <a:srgbClr val="ffffff"/>
              </a:solidFill>
              <a:effectLst/>
              <a:uFillTx/>
              <a:latin typeface="Arial"/>
            </a:endParaRPr>
          </a:p>
        </p:txBody>
      </p:sp>
      <p:sp>
        <p:nvSpPr>
          <p:cNvPr id="105" name=""/>
          <p:cNvSpPr/>
          <p:nvPr/>
        </p:nvSpPr>
        <p:spPr>
          <a:xfrm>
            <a:off x="311760" y="770400"/>
            <a:ext cx="8685360" cy="3988800"/>
          </a:xfrm>
          <a:prstGeom prst="rect">
            <a:avLst/>
          </a:prstGeom>
          <a:noFill/>
          <a:ln w="0">
            <a:solidFill>
              <a:srgbClr val="ffffff"/>
            </a:solidFill>
          </a:ln>
        </p:spPr>
        <p:style>
          <a:lnRef idx="0"/>
          <a:fillRef idx="0"/>
          <a:effectRef idx="0"/>
          <a:fontRef idx="minor"/>
        </p:style>
        <p:txBody>
          <a:bodyPr lIns="90000" rIns="90000" tIns="45000" bIns="45000" anchor="t">
            <a:noAutofit/>
          </a:bodyPr>
          <a:p>
            <a:pPr>
              <a:lnSpc>
                <a:spcPct val="100000"/>
              </a:lnSpc>
            </a:pPr>
            <a:r>
              <a:rPr b="1" i="1" lang="en-US" sz="1050" strike="noStrike" u="none">
                <a:solidFill>
                  <a:schemeClr val="lt2"/>
                </a:solidFill>
                <a:effectLst/>
                <a:uFillTx/>
                <a:latin typeface="Courier New"/>
                <a:ea typeface="Courier New"/>
              </a:rPr>
              <a:t>  </a:t>
            </a:r>
            <a:r>
              <a:rPr b="1" i="1" lang="en-US" sz="1300" strike="noStrike" u="none">
                <a:solidFill>
                  <a:schemeClr val="lt2"/>
                </a:solidFill>
                <a:effectLst/>
                <a:uFillTx/>
                <a:latin typeface="Courier New"/>
                <a:ea typeface="Courier New"/>
              </a:rPr>
              <a:t>Move toward Hut1 to seek shelter and reduce thirst;</a:t>
            </a:r>
            <a:endParaRPr b="0" lang="en-US" sz="1300" strike="noStrike" u="none">
              <a:solidFill>
                <a:srgbClr val="ffffff"/>
              </a:solidFill>
              <a:effectLst/>
              <a:uFillTx/>
              <a:latin typeface="Arial"/>
            </a:endParaRPr>
          </a:p>
          <a:p>
            <a:pPr>
              <a:lnSpc>
                <a:spcPct val="100000"/>
              </a:lnSpc>
            </a:pPr>
            <a:r>
              <a:rPr b="0" lang="en-US" sz="1000" strike="noStrike" u="none">
                <a:solidFill>
                  <a:srgbClr val="ffffff"/>
                </a:solidFill>
                <a:effectLst/>
                <a:uFillTx/>
                <a:latin typeface="Courier New"/>
                <a:ea typeface="Courier New"/>
              </a:rPr>
              <a:t>"plan": [</a:t>
            </a:r>
            <a:endParaRPr b="0" lang="en-US" sz="1000" strike="noStrike" u="none">
              <a:solidFill>
                <a:srgbClr val="ffffff"/>
              </a:solidFill>
              <a:effectLst/>
              <a:uFillTx/>
              <a:latin typeface="Arial"/>
            </a:endParaRPr>
          </a:p>
          <a:p>
            <a:pPr>
              <a:lnSpc>
                <a:spcPct val="100000"/>
              </a:lnSpc>
            </a:pPr>
            <a:r>
              <a:rPr b="0" lang="en-US" sz="1000" strike="noStrike" u="none">
                <a:solidFill>
                  <a:srgbClr val="ffffff"/>
                </a:solidFill>
                <a:effectLst/>
                <a:uFillTx/>
                <a:latin typeface="Courier New"/>
                <a:ea typeface="Courier New"/>
              </a:rPr>
              <a:t>    {"type": "scan","target": "</a:t>
            </a:r>
            <a:r>
              <a:rPr b="0" lang="en-US" sz="1000" strike="noStrike" u="none">
                <a:solidFill>
                  <a:schemeClr val="lt2"/>
                </a:solidFill>
                <a:effectLst/>
                <a:uFillTx/>
                <a:latin typeface="Courier New"/>
                <a:ea typeface="Courier New"/>
              </a:rPr>
              <a:t>Shelter</a:t>
            </a:r>
            <a:r>
              <a:rPr b="0" lang="en-US" sz="1000" strike="noStrike" u="none">
                <a:solidFill>
                  <a:srgbClr val="ffffff"/>
                </a:solidFill>
                <a:effectLst/>
                <a:uFillTx/>
                <a:latin typeface="Courier New"/>
                <a:ea typeface="Courier New"/>
              </a:rPr>
              <a:t>","out": "found_shelter"},</a:t>
            </a:r>
            <a:endParaRPr b="0" lang="en-US" sz="1000" strike="noStrike" u="none">
              <a:solidFill>
                <a:srgbClr val="ffffff"/>
              </a:solidFill>
              <a:effectLst/>
              <a:uFillTx/>
              <a:latin typeface="Arial"/>
            </a:endParaRPr>
          </a:p>
          <a:p>
            <a:pPr>
              <a:lnSpc>
                <a:spcPct val="100000"/>
              </a:lnSpc>
            </a:pPr>
            <a:r>
              <a:rPr b="0" lang="en-US" sz="1000" strike="noStrike" u="none">
                <a:solidFill>
                  <a:srgbClr val="ffffff"/>
                </a:solidFill>
                <a:effectLst/>
                <a:uFillTx/>
                <a:latin typeface="Courier New"/>
                <a:ea typeface="Courier New"/>
              </a:rPr>
              <a:t>    {"type": "if","condition": {"type": "</a:t>
            </a:r>
            <a:r>
              <a:rPr b="0" lang="en-US" sz="1000" strike="noStrike" u="none">
                <a:solidFill>
                  <a:schemeClr val="lt2"/>
                </a:solidFill>
                <a:effectLst/>
                <a:uFillTx/>
                <a:latin typeface="Courier New"/>
                <a:ea typeface="Courier New"/>
              </a:rPr>
              <a:t>bound</a:t>
            </a:r>
            <a:r>
              <a:rPr b="0" lang="en-US" sz="1000" strike="noStrike" u="none">
                <a:solidFill>
                  <a:srgbClr val="ffffff"/>
                </a:solidFill>
                <a:effectLst/>
                <a:uFillTx/>
                <a:latin typeface="Courier New"/>
                <a:ea typeface="Courier New"/>
              </a:rPr>
              <a:t>","target": "$found_shelter"},</a:t>
            </a:r>
            <a:endParaRPr b="0" lang="en-US" sz="1000" strike="noStrike" u="none">
              <a:solidFill>
                <a:srgbClr val="ffffff"/>
              </a:solidFill>
              <a:effectLst/>
              <a:uFillTx/>
              <a:latin typeface="Arial"/>
            </a:endParaRPr>
          </a:p>
          <a:p>
            <a:pPr>
              <a:lnSpc>
                <a:spcPct val="100000"/>
              </a:lnSpc>
            </a:pPr>
            <a:r>
              <a:rPr b="0" lang="en-US" sz="1000" strike="noStrike" u="none">
                <a:solidFill>
                  <a:srgbClr val="ffffff"/>
                </a:solidFill>
                <a:effectLst/>
                <a:uFillTx/>
                <a:latin typeface="Courier New"/>
                <a:ea typeface="Courier New"/>
              </a:rPr>
              <a:t>      "then": [{"type": "move","target": "$found_shelter"},</a:t>
            </a:r>
            <a:endParaRPr b="0" lang="en-US" sz="1000" strike="noStrike" u="none">
              <a:solidFill>
                <a:srgbClr val="ffffff"/>
              </a:solidFill>
              <a:effectLst/>
              <a:uFillTx/>
              <a:latin typeface="Arial"/>
            </a:endParaRPr>
          </a:p>
          <a:p>
            <a:pPr>
              <a:lnSpc>
                <a:spcPct val="100000"/>
              </a:lnSpc>
            </a:pPr>
            <a:r>
              <a:rPr b="0" lang="en-US" sz="1000" strike="noStrike" u="none">
                <a:solidFill>
                  <a:srgbClr val="ffffff"/>
                </a:solidFill>
                <a:effectLst/>
                <a:uFillTx/>
                <a:latin typeface="Courier New"/>
                <a:ea typeface="Courier New"/>
              </a:rPr>
              <a:t>        </a:t>
            </a:r>
            <a:r>
              <a:rPr b="0" lang="en-US" sz="1000" strike="noStrike" u="none">
                <a:solidFill>
                  <a:srgbClr val="ffffff"/>
                </a:solidFill>
                <a:effectLst/>
                <a:uFillTx/>
                <a:latin typeface="Courier New"/>
                <a:ea typeface="Courier New"/>
              </a:rPr>
              <a:t>	</a:t>
            </a:r>
            <a:r>
              <a:rPr b="0" lang="en-US" sz="1000" strike="noStrike" u="none">
                <a:solidFill>
                  <a:srgbClr val="ffffff"/>
                </a:solidFill>
                <a:effectLst/>
                <a:uFillTx/>
                <a:latin typeface="Courier New"/>
                <a:ea typeface="Courier New"/>
              </a:rPr>
              <a:t>   {"type": "use","target": "$found_shelter","reason": "rest to reduce fatigue"}],</a:t>
            </a:r>
            <a:endParaRPr b="0" lang="en-US" sz="1000" strike="noStrike" u="none">
              <a:solidFill>
                <a:srgbClr val="ffffff"/>
              </a:solidFill>
              <a:effectLst/>
              <a:uFillTx/>
              <a:latin typeface="Arial"/>
            </a:endParaRPr>
          </a:p>
          <a:p>
            <a:pPr>
              <a:lnSpc>
                <a:spcPct val="100000"/>
              </a:lnSpc>
            </a:pPr>
            <a:r>
              <a:rPr b="0" lang="en-US" sz="1000" strike="noStrike" u="none">
                <a:solidFill>
                  <a:srgbClr val="ffffff"/>
                </a:solidFill>
                <a:effectLst/>
                <a:uFillTx/>
                <a:latin typeface="Courier New"/>
                <a:ea typeface="Courier New"/>
              </a:rPr>
              <a:t>      "else": [{"type": "scan","target": "Hut","out": "found_hut"},</a:t>
            </a:r>
            <a:endParaRPr b="0" lang="en-US" sz="1000" strike="noStrike" u="none">
              <a:solidFill>
                <a:srgbClr val="ffffff"/>
              </a:solidFill>
              <a:effectLst/>
              <a:uFillTx/>
              <a:latin typeface="Arial"/>
            </a:endParaRPr>
          </a:p>
          <a:p>
            <a:pPr>
              <a:lnSpc>
                <a:spcPct val="100000"/>
              </a:lnSpc>
            </a:pPr>
            <a:r>
              <a:rPr b="0" lang="en-US" sz="1000" strike="noStrike" u="none">
                <a:solidFill>
                  <a:srgbClr val="ffffff"/>
                </a:solidFill>
                <a:effectLst/>
                <a:uFillTx/>
                <a:latin typeface="Courier New"/>
                <a:ea typeface="Courier New"/>
              </a:rPr>
              <a:t>               {"type": "if","condition": {"type": "bound","target": "$found_hut"},</a:t>
            </a:r>
            <a:endParaRPr b="0" lang="en-US" sz="1000" strike="noStrike" u="none">
              <a:solidFill>
                <a:srgbClr val="ffffff"/>
              </a:solidFill>
              <a:effectLst/>
              <a:uFillTx/>
              <a:latin typeface="Arial"/>
            </a:endParaRPr>
          </a:p>
          <a:p>
            <a:pPr>
              <a:lnSpc>
                <a:spcPct val="100000"/>
              </a:lnSpc>
            </a:pPr>
            <a:r>
              <a:rPr b="0" lang="en-US" sz="1000" strike="noStrike" u="none">
                <a:solidFill>
                  <a:srgbClr val="ffffff"/>
                </a:solidFill>
                <a:effectLst/>
                <a:uFillTx/>
                <a:latin typeface="Courier New"/>
                <a:ea typeface="Courier New"/>
              </a:rPr>
              <a:t>            "then": [{ "type": "move","target": "$found_hut"},</a:t>
            </a:r>
            <a:endParaRPr b="0" lang="en-US" sz="1000" strike="noStrike" u="none">
              <a:solidFill>
                <a:srgbClr val="ffffff"/>
              </a:solidFill>
              <a:effectLst/>
              <a:uFillTx/>
              <a:latin typeface="Arial"/>
            </a:endParaRPr>
          </a:p>
          <a:p>
            <a:pPr>
              <a:lnSpc>
                <a:spcPct val="100000"/>
              </a:lnSpc>
            </a:pPr>
            <a:r>
              <a:rPr b="0" lang="en-US" sz="1000" strike="noStrike" u="none">
                <a:solidFill>
                  <a:srgbClr val="ffffff"/>
                </a:solidFill>
                <a:effectLst/>
                <a:uFillTx/>
                <a:latin typeface="Courier New"/>
                <a:ea typeface="Courier New"/>
              </a:rPr>
              <a:t>                     {"type": "use","target": "$found_hut","reason": "rest to reduce fatigue"}],</a:t>
            </a:r>
            <a:endParaRPr b="0" lang="en-US" sz="1000" strike="noStrike" u="none">
              <a:solidFill>
                <a:srgbClr val="ffffff"/>
              </a:solidFill>
              <a:effectLst/>
              <a:uFillTx/>
              <a:latin typeface="Arial"/>
            </a:endParaRPr>
          </a:p>
          <a:p>
            <a:pPr>
              <a:lnSpc>
                <a:spcPct val="100000"/>
              </a:lnSpc>
            </a:pPr>
            <a:r>
              <a:rPr b="0" lang="en-US" sz="1000" strike="noStrike" u="none">
                <a:solidFill>
                  <a:srgbClr val="ffffff"/>
                </a:solidFill>
                <a:effectLst/>
                <a:uFillTx/>
                <a:latin typeface="Courier New"/>
                <a:ea typeface="Courier New"/>
              </a:rPr>
              <a:t>            "else": [{"type": "think","value": "Look for natural shelter like thicket or fallen branch"},</a:t>
            </a:r>
            <a:endParaRPr b="0" lang="en-US" sz="1000" strike="noStrike" u="none">
              <a:solidFill>
                <a:srgbClr val="ffffff"/>
              </a:solidFill>
              <a:effectLst/>
              <a:uFillTx/>
              <a:latin typeface="Arial"/>
            </a:endParaRPr>
          </a:p>
          <a:p>
            <a:pPr>
              <a:lnSpc>
                <a:spcPct val="100000"/>
              </a:lnSpc>
            </a:pPr>
            <a:r>
              <a:rPr b="0" lang="en-US" sz="1000" strike="noStrike" u="none">
                <a:solidFill>
                  <a:srgbClr val="ffffff"/>
                </a:solidFill>
                <a:effectLst/>
                <a:uFillTx/>
                <a:latin typeface="Courier New"/>
                <a:ea typeface="Courier New"/>
              </a:rPr>
              <a:t>                     {"type": "scan","target": "Thicket","out": "found_thicket"},</a:t>
            </a:r>
            <a:endParaRPr b="0" lang="en-US" sz="1000" strike="noStrike" u="none">
              <a:solidFill>
                <a:srgbClr val="ffffff"/>
              </a:solidFill>
              <a:effectLst/>
              <a:uFillTx/>
              <a:latin typeface="Arial"/>
            </a:endParaRPr>
          </a:p>
          <a:p>
            <a:pPr>
              <a:lnSpc>
                <a:spcPct val="100000"/>
              </a:lnSpc>
            </a:pPr>
            <a:r>
              <a:rPr b="0" lang="en-US" sz="1000" strike="noStrike" u="none">
                <a:solidFill>
                  <a:srgbClr val="ffffff"/>
                </a:solidFill>
                <a:effectLst/>
                <a:uFillTx/>
                <a:latin typeface="Courier New"/>
                <a:ea typeface="Courier New"/>
              </a:rPr>
              <a:t>                     {"type": "if","condition": {"type": "bound","target": "$found_thicket"},</a:t>
            </a:r>
            <a:endParaRPr b="0" lang="en-US" sz="1000" strike="noStrike" u="none">
              <a:solidFill>
                <a:srgbClr val="ffffff"/>
              </a:solidFill>
              <a:effectLst/>
              <a:uFillTx/>
              <a:latin typeface="Arial"/>
            </a:endParaRPr>
          </a:p>
          <a:p>
            <a:pPr>
              <a:lnSpc>
                <a:spcPct val="100000"/>
              </a:lnSpc>
            </a:pPr>
            <a:r>
              <a:rPr b="0" lang="en-US" sz="1000" strike="noStrike" u="none">
                <a:solidFill>
                  <a:srgbClr val="ffffff"/>
                </a:solidFill>
                <a:effectLst/>
                <a:uFillTx/>
                <a:latin typeface="Courier New"/>
                <a:ea typeface="Courier New"/>
              </a:rPr>
              <a:t>                  "then": [{"type": "move","target": "$found_thicket"},</a:t>
            </a:r>
            <a:endParaRPr b="0" lang="en-US" sz="1000" strike="noStrike" u="none">
              <a:solidFill>
                <a:srgbClr val="ffffff"/>
              </a:solidFill>
              <a:effectLst/>
              <a:uFillTx/>
              <a:latin typeface="Arial"/>
            </a:endParaRPr>
          </a:p>
          <a:p>
            <a:pPr>
              <a:lnSpc>
                <a:spcPct val="100000"/>
              </a:lnSpc>
            </a:pPr>
            <a:r>
              <a:rPr b="0" lang="en-US" sz="1000" strike="noStrike" u="none">
                <a:solidFill>
                  <a:srgbClr val="ffffff"/>
                </a:solidFill>
                <a:effectLst/>
                <a:uFillTx/>
                <a:latin typeface="Courier New"/>
                <a:ea typeface="Courier New"/>
              </a:rPr>
              <a:t>                           {"type": "use","target": "$found_thicket","reason": "rest to reduce fatigue”}],</a:t>
            </a:r>
            <a:endParaRPr b="0" lang="en-US" sz="1000" strike="noStrike" u="none">
              <a:solidFill>
                <a:srgbClr val="ffffff"/>
              </a:solidFill>
              <a:effectLst/>
              <a:uFillTx/>
              <a:latin typeface="Arial"/>
            </a:endParaRPr>
          </a:p>
          <a:p>
            <a:pPr>
              <a:lnSpc>
                <a:spcPct val="100000"/>
              </a:lnSpc>
            </a:pPr>
            <a:r>
              <a:rPr b="0" lang="en-US" sz="1000" strike="noStrike" u="none">
                <a:solidFill>
                  <a:srgbClr val="ffffff"/>
                </a:solidFill>
                <a:effectLst/>
                <a:uFillTx/>
                <a:latin typeface="Courier New"/>
                <a:ea typeface="Courier New"/>
              </a:rPr>
              <a:t>                  "else": [{"type": "scan","target": "Fallenbranch","out": "found_fallenbranch"},</a:t>
            </a:r>
            <a:endParaRPr b="0" lang="en-US" sz="1000" strike="noStrike" u="none">
              <a:solidFill>
                <a:srgbClr val="ffffff"/>
              </a:solidFill>
              <a:effectLst/>
              <a:uFillTx/>
              <a:latin typeface="Arial"/>
            </a:endParaRPr>
          </a:p>
          <a:p>
            <a:pPr>
              <a:lnSpc>
                <a:spcPct val="100000"/>
              </a:lnSpc>
            </a:pPr>
            <a:r>
              <a:rPr b="0" lang="en-US" sz="1000" strike="noStrike" u="none">
                <a:solidFill>
                  <a:srgbClr val="ffffff"/>
                </a:solidFill>
                <a:effectLst/>
                <a:uFillTx/>
                <a:latin typeface="Courier New"/>
                <a:ea typeface="Courier New"/>
              </a:rPr>
              <a:t>                           {"type": "if","condition": {"type": "bound","target":"$found_fallenbranch"},</a:t>
            </a:r>
            <a:endParaRPr b="0" lang="en-US" sz="1000" strike="noStrike" u="none">
              <a:solidFill>
                <a:srgbClr val="ffffff"/>
              </a:solidFill>
              <a:effectLst/>
              <a:uFillTx/>
              <a:latin typeface="Arial"/>
            </a:endParaRPr>
          </a:p>
          <a:p>
            <a:pPr>
              <a:lnSpc>
                <a:spcPct val="100000"/>
              </a:lnSpc>
            </a:pPr>
            <a:r>
              <a:rPr b="0" lang="en-US" sz="1000" strike="noStrike" u="none">
                <a:solidFill>
                  <a:srgbClr val="ffffff"/>
                </a:solidFill>
                <a:effectLst/>
                <a:uFillTx/>
                <a:latin typeface="Courier New"/>
                <a:ea typeface="Courier New"/>
              </a:rPr>
              <a:t>                       "then": [{"type": "move","target": "$found_fallenbranch"},</a:t>
            </a:r>
            <a:endParaRPr b="0" lang="en-US" sz="1000" strike="noStrike" u="none">
              <a:solidFill>
                <a:srgbClr val="ffffff"/>
              </a:solidFill>
              <a:effectLst/>
              <a:uFillTx/>
              <a:latin typeface="Arial"/>
            </a:endParaRPr>
          </a:p>
          <a:p>
            <a:pPr>
              <a:lnSpc>
                <a:spcPct val="100000"/>
              </a:lnSpc>
            </a:pPr>
            <a:r>
              <a:rPr b="0" lang="en-US" sz="1000" strike="noStrike" u="none">
                <a:solidFill>
                  <a:srgbClr val="ffffff"/>
                </a:solidFill>
                <a:effectLst/>
                <a:uFillTx/>
                <a:latin typeface="Courier New"/>
                <a:ea typeface="Courier New"/>
              </a:rPr>
              <a:t>                    </a:t>
            </a:r>
            <a:r>
              <a:rPr b="0" lang="en-US" sz="1000" strike="noStrike" u="none">
                <a:solidFill>
                  <a:srgbClr val="ffffff"/>
                </a:solidFill>
                <a:effectLst/>
                <a:uFillTx/>
                <a:latin typeface="Courier New"/>
                <a:ea typeface="Courier New"/>
              </a:rPr>
              <a:t>	</a:t>
            </a:r>
            <a:r>
              <a:rPr b="0" lang="en-US" sz="1000" strike="noStrike" u="none">
                <a:solidFill>
                  <a:srgbClr val="ffffff"/>
                </a:solidFill>
                <a:effectLst/>
                <a:uFillTx/>
                <a:latin typeface="Courier New"/>
                <a:ea typeface="Courier New"/>
              </a:rPr>
              <a:t>       {"type": "use","target": "$found_fallenbranch","reason": "rest to reduce fatigue"}],</a:t>
            </a:r>
            <a:endParaRPr b="0" lang="en-US" sz="1000" strike="noStrike" u="none">
              <a:solidFill>
                <a:srgbClr val="ffffff"/>
              </a:solidFill>
              <a:effectLst/>
              <a:uFillTx/>
              <a:latin typeface="Arial"/>
            </a:endParaRPr>
          </a:p>
          <a:p>
            <a:pPr>
              <a:lnSpc>
                <a:spcPct val="100000"/>
              </a:lnSpc>
            </a:pPr>
            <a:r>
              <a:rPr b="0" lang="en-US" sz="1000" strike="noStrike" u="none">
                <a:solidFill>
                  <a:srgbClr val="ffffff"/>
                </a:solidFill>
                <a:effectLst/>
                <a:uFillTx/>
                <a:latin typeface="Courier New"/>
                <a:ea typeface="Courier New"/>
              </a:rPr>
              <a:t>                       "else": [{"type": </a:t>
            </a:r>
            <a:r>
              <a:rPr b="0" lang="en-US" sz="1000" strike="noStrike" u="none">
                <a:solidFill>
                  <a:schemeClr val="lt2"/>
                </a:solidFill>
                <a:effectLst/>
                <a:uFillTx/>
                <a:latin typeface="Courier New"/>
                <a:ea typeface="Courier New"/>
              </a:rPr>
              <a:t>"wait","condition": {"type": "can_see","target": "Joe"}</a:t>
            </a:r>
            <a:r>
              <a:rPr b="0" lang="en-US" sz="1000" strike="noStrike" u="none">
                <a:solidFill>
                  <a:srgbClr val="ffffff"/>
                </a:solidFill>
                <a:effectLst/>
                <a:uFillTx/>
                <a:latin typeface="Courier New"/>
                <a:ea typeface="Courier New"/>
              </a:rPr>
              <a:t>},</a:t>
            </a:r>
            <a:endParaRPr b="0" lang="en-US" sz="1000" strike="noStrike" u="none">
              <a:solidFill>
                <a:srgbClr val="ffffff"/>
              </a:solidFill>
              <a:effectLst/>
              <a:uFillTx/>
              <a:latin typeface="Arial"/>
            </a:endParaRPr>
          </a:p>
          <a:p>
            <a:pPr>
              <a:lnSpc>
                <a:spcPct val="100000"/>
              </a:lnSpc>
            </a:pPr>
            <a:r>
              <a:rPr b="0" lang="en-US" sz="1000" strike="noStrike" u="none">
                <a:solidFill>
                  <a:srgbClr val="ffffff"/>
                </a:solidFill>
                <a:effectLst/>
                <a:uFillTx/>
                <a:latin typeface="Courier New"/>
                <a:ea typeface="Courier New"/>
              </a:rPr>
              <a:t>                                {"type": </a:t>
            </a:r>
            <a:r>
              <a:rPr b="0" lang="en-US" sz="1000" strike="noStrike" u="none">
                <a:solidFill>
                  <a:schemeClr val="lt2"/>
                </a:solidFill>
                <a:effectLst/>
                <a:uFillTx/>
                <a:latin typeface="Courier New"/>
                <a:ea typeface="Courier New"/>
              </a:rPr>
              <a:t>"say","target": "Joe","value": "Do you know where shelter is?"</a:t>
            </a:r>
            <a:endParaRPr b="0" lang="en-US" sz="1000" strike="noStrike" u="none">
              <a:solidFill>
                <a:srgbClr val="ffffff"/>
              </a:solidFill>
              <a:effectLst/>
              <a:uFillTx/>
              <a:latin typeface="Arial"/>
            </a:endParaRPr>
          </a:p>
          <a:p>
            <a:pPr>
              <a:lnSpc>
                <a:spcPct val="100000"/>
              </a:lnSpc>
            </a:pPr>
            <a:r>
              <a:rPr b="0" lang="en-US" sz="1000" strike="noStrike" u="none">
                <a:solidFill>
                  <a:srgbClr val="ffffff"/>
                </a:solidFill>
                <a:effectLst/>
                <a:uFillTx/>
                <a:latin typeface="Courier New"/>
                <a:ea typeface="Courier New"/>
              </a:rPr>
              <a:t>                    }]}]}]}]}]}</a:t>
            </a:r>
            <a:endParaRPr b="0" lang="en-US" sz="10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PlaceHolder 1"/>
          <p:cNvSpPr>
            <a:spLocks noGrp="1"/>
          </p:cNvSpPr>
          <p:nvPr>
            <p:ph type="title"/>
          </p:nvPr>
        </p:nvSpPr>
        <p:spPr>
          <a:xfrm>
            <a:off x="311760" y="191880"/>
            <a:ext cx="8515440" cy="622440"/>
          </a:xfrm>
          <a:prstGeom prst="rect">
            <a:avLst/>
          </a:prstGeom>
          <a:noFill/>
          <a:ln w="0">
            <a:noFill/>
          </a:ln>
        </p:spPr>
        <p:txBody>
          <a:bodyPr lIns="0" rIns="0" tIns="0" bIns="0" anchor="ctr">
            <a:noAutofit/>
          </a:bodyPr>
          <a:p>
            <a:pPr indent="0" algn="ctr">
              <a:lnSpc>
                <a:spcPct val="100000"/>
              </a:lnSpc>
              <a:buNone/>
              <a:tabLst>
                <a:tab algn="l" pos="0"/>
              </a:tabLst>
            </a:pPr>
            <a:r>
              <a:rPr b="1" i="1" lang="en-US" sz="2800" strike="noStrike" u="sng">
                <a:solidFill>
                  <a:srgbClr val="ffffff"/>
                </a:solidFill>
                <a:effectLst/>
                <a:uFillTx/>
                <a:latin typeface="Arial"/>
              </a:rPr>
              <a:t>‘Bound’ Predicate (Found?)</a:t>
            </a:r>
            <a:endParaRPr b="0" lang="en-US" sz="2800" strike="noStrike" u="none">
              <a:solidFill>
                <a:srgbClr val="ffffff"/>
              </a:solidFill>
              <a:effectLst/>
              <a:uFillTx/>
              <a:latin typeface="Arial"/>
            </a:endParaRPr>
          </a:p>
        </p:txBody>
      </p:sp>
      <p:sp>
        <p:nvSpPr>
          <p:cNvPr id="107" name=""/>
          <p:cNvSpPr/>
          <p:nvPr/>
        </p:nvSpPr>
        <p:spPr>
          <a:xfrm rot="600">
            <a:off x="685440" y="1312560"/>
            <a:ext cx="7998840" cy="32414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300" strike="noStrike" u="none">
                <a:solidFill>
                  <a:srgbClr val="ffffff"/>
                </a:solidFill>
                <a:effectLst/>
                <a:uFillTx/>
                <a:latin typeface="Courier New"/>
              </a:rPr>
              <a:t>"plan": [</a:t>
            </a:r>
            <a:endParaRPr b="0" lang="en-US" sz="1300" strike="noStrike" u="none">
              <a:solidFill>
                <a:srgbClr val="ffffff"/>
              </a:solidFill>
              <a:effectLst/>
              <a:uFillTx/>
              <a:latin typeface="Arial"/>
            </a:endParaRPr>
          </a:p>
          <a:p>
            <a:pPr>
              <a:lnSpc>
                <a:spcPct val="100000"/>
              </a:lnSpc>
            </a:pPr>
            <a:r>
              <a:rPr b="0" lang="en-US" sz="1300" strike="noStrike" u="none">
                <a:solidFill>
                  <a:srgbClr val="ffffff"/>
                </a:solidFill>
                <a:effectLst/>
                <a:uFillTx/>
                <a:latin typeface="Courier New"/>
              </a:rPr>
              <a:t>    {"type": "scan", "target": "Bread","out": "found_bread"},</a:t>
            </a:r>
            <a:endParaRPr b="0" lang="en-US" sz="1300" strike="noStrike" u="none">
              <a:solidFill>
                <a:srgbClr val="ffffff"/>
              </a:solidFill>
              <a:effectLst/>
              <a:uFillTx/>
              <a:latin typeface="Arial"/>
            </a:endParaRPr>
          </a:p>
          <a:p>
            <a:pPr>
              <a:lnSpc>
                <a:spcPct val="100000"/>
              </a:lnSpc>
            </a:pPr>
            <a:r>
              <a:rPr b="0" lang="en-US" sz="1300" strike="noStrike" u="none">
                <a:solidFill>
                  <a:srgbClr val="ffffff"/>
                </a:solidFill>
                <a:effectLst/>
                <a:uFillTx/>
                <a:latin typeface="Courier New"/>
              </a:rPr>
              <a:t>    {"type": "if",</a:t>
            </a:r>
            <a:endParaRPr b="0" lang="en-US" sz="1300" strike="noStrike" u="none">
              <a:solidFill>
                <a:srgbClr val="ffffff"/>
              </a:solidFill>
              <a:effectLst/>
              <a:uFillTx/>
              <a:latin typeface="Arial"/>
            </a:endParaRPr>
          </a:p>
          <a:p>
            <a:pPr>
              <a:lnSpc>
                <a:spcPct val="100000"/>
              </a:lnSpc>
            </a:pPr>
            <a:r>
              <a:rPr b="0" lang="en-US" sz="1300" strike="noStrike" u="none">
                <a:solidFill>
                  <a:srgbClr val="ffffff"/>
                </a:solidFill>
                <a:effectLst/>
                <a:uFillTx/>
                <a:latin typeface="Courier New"/>
              </a:rPr>
              <a:t>      </a:t>
            </a:r>
            <a:r>
              <a:rPr b="0" lang="en-US" sz="1300" strike="noStrike" u="none">
                <a:solidFill>
                  <a:schemeClr val="lt2"/>
                </a:solidFill>
                <a:effectLst/>
                <a:uFillTx/>
                <a:latin typeface="Courier New"/>
              </a:rPr>
              <a:t>"condition": {"type": "bound", "target": "$found_bread"},</a:t>
            </a:r>
            <a:endParaRPr b="0" lang="en-US" sz="1300" strike="noStrike" u="none">
              <a:solidFill>
                <a:srgbClr val="ffffff"/>
              </a:solidFill>
              <a:effectLst/>
              <a:uFillTx/>
              <a:latin typeface="Arial"/>
            </a:endParaRPr>
          </a:p>
          <a:p>
            <a:pPr>
              <a:lnSpc>
                <a:spcPct val="100000"/>
              </a:lnSpc>
            </a:pPr>
            <a:r>
              <a:rPr b="0" lang="en-US" sz="1300" strike="noStrike" u="none">
                <a:solidFill>
                  <a:srgbClr val="ffffff"/>
                </a:solidFill>
                <a:effectLst/>
                <a:uFillTx/>
                <a:latin typeface="Courier New"/>
              </a:rPr>
              <a:t>      "then": [</a:t>
            </a:r>
            <a:endParaRPr b="0" lang="en-US" sz="1300" strike="noStrike" u="none">
              <a:solidFill>
                <a:srgbClr val="ffffff"/>
              </a:solidFill>
              <a:effectLst/>
              <a:uFillTx/>
              <a:latin typeface="Arial"/>
            </a:endParaRPr>
          </a:p>
          <a:p>
            <a:pPr>
              <a:lnSpc>
                <a:spcPct val="100000"/>
              </a:lnSpc>
            </a:pPr>
            <a:r>
              <a:rPr b="0" lang="en-US" sz="1300" strike="noStrike" u="none">
                <a:solidFill>
                  <a:srgbClr val="ffffff"/>
                </a:solidFill>
                <a:effectLst/>
                <a:uFillTx/>
                <a:latin typeface="Courier New"/>
              </a:rPr>
              <a:t>        {"type": "scan","target": "$found_bread", "out": "confirmed_bread"}</a:t>
            </a:r>
            <a:endParaRPr b="0" lang="en-US" sz="1300" strike="noStrike" u="none">
              <a:solidFill>
                <a:srgbClr val="ffffff"/>
              </a:solidFill>
              <a:effectLst/>
              <a:uFillTx/>
              <a:latin typeface="Arial"/>
            </a:endParaRPr>
          </a:p>
          <a:p>
            <a:pPr>
              <a:lnSpc>
                <a:spcPct val="100000"/>
              </a:lnSpc>
            </a:pPr>
            <a:r>
              <a:rPr b="0" lang="en-US" sz="1300" strike="noStrike" u="none">
                <a:solidFill>
                  <a:srgbClr val="ffffff"/>
                </a:solidFill>
                <a:effectLst/>
                <a:uFillTx/>
                <a:latin typeface="Courier New"/>
              </a:rPr>
              <a:t>      ]</a:t>
            </a:r>
            <a:endParaRPr b="0" lang="en-US" sz="1300" strike="noStrike" u="none">
              <a:solidFill>
                <a:srgbClr val="ffffff"/>
              </a:solidFill>
              <a:effectLst/>
              <a:uFillTx/>
              <a:latin typeface="Arial"/>
            </a:endParaRPr>
          </a:p>
          <a:p>
            <a:pPr>
              <a:lnSpc>
                <a:spcPct val="100000"/>
              </a:lnSpc>
            </a:pPr>
            <a:r>
              <a:rPr b="0" lang="en-US" sz="1300" strike="noStrike" u="none">
                <a:solidFill>
                  <a:srgbClr val="ffffff"/>
                </a:solidFill>
                <a:effectLst/>
                <a:uFillTx/>
                <a:latin typeface="Courier New"/>
              </a:rPr>
              <a:t>    }</a:t>
            </a:r>
            <a:endParaRPr b="0" lang="en-US" sz="1300" strike="noStrike" u="none">
              <a:solidFill>
                <a:srgbClr val="ffffff"/>
              </a:solidFill>
              <a:effectLst/>
              <a:uFillTx/>
              <a:latin typeface="Arial"/>
            </a:endParaRPr>
          </a:p>
          <a:p>
            <a:pPr>
              <a:lnSpc>
                <a:spcPct val="100000"/>
              </a:lnSpc>
            </a:pPr>
            <a:r>
              <a:rPr b="0" lang="en-US" sz="1300" strike="noStrike" u="none">
                <a:solidFill>
                  <a:srgbClr val="ffffff"/>
                </a:solidFill>
                <a:effectLst/>
                <a:uFillTx/>
                <a:latin typeface="Courier New"/>
              </a:rPr>
              <a:t>  ]</a:t>
            </a:r>
            <a:endParaRPr b="0" lang="en-US" sz="13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title"/>
          </p:nvPr>
        </p:nvSpPr>
        <p:spPr>
          <a:xfrm>
            <a:off x="372240" y="113400"/>
            <a:ext cx="8515440" cy="415080"/>
          </a:xfrm>
          <a:prstGeom prst="rect">
            <a:avLst/>
          </a:prstGeom>
          <a:noFill/>
          <a:ln w="0">
            <a:noFill/>
          </a:ln>
        </p:spPr>
        <p:txBody>
          <a:bodyPr lIns="0" rIns="0" tIns="0" bIns="0" anchor="ctr">
            <a:noAutofit/>
          </a:bodyPr>
          <a:p>
            <a:pPr indent="0" algn="ctr">
              <a:lnSpc>
                <a:spcPct val="100000"/>
              </a:lnSpc>
              <a:buNone/>
              <a:tabLst>
                <a:tab algn="l" pos="0"/>
              </a:tabLst>
            </a:pPr>
            <a:r>
              <a:rPr b="1" i="1" lang="en-US" sz="2800" strike="noStrike" u="sng">
                <a:solidFill>
                  <a:srgbClr val="ffffff"/>
                </a:solidFill>
                <a:effectLst/>
                <a:uFillTx/>
                <a:latin typeface="Arial"/>
              </a:rPr>
              <a:t>Evaluation I</a:t>
            </a:r>
            <a:endParaRPr b="0" lang="en-US" sz="2800" strike="noStrike" u="none">
              <a:solidFill>
                <a:srgbClr val="ffffff"/>
              </a:solidFill>
              <a:effectLst/>
              <a:uFillTx/>
              <a:latin typeface="Arial"/>
            </a:endParaRPr>
          </a:p>
        </p:txBody>
      </p:sp>
      <p:sp>
        <p:nvSpPr>
          <p:cNvPr id="109" name=""/>
          <p:cNvSpPr/>
          <p:nvPr/>
        </p:nvSpPr>
        <p:spPr>
          <a:xfrm>
            <a:off x="916200" y="2728080"/>
            <a:ext cx="7541640" cy="2142720"/>
          </a:xfrm>
          <a:prstGeom prst="rect">
            <a:avLst/>
          </a:prstGeom>
          <a:noFill/>
          <a:ln w="0">
            <a:solidFill>
              <a:srgbClr val="ffffff"/>
            </a:solidFill>
          </a:ln>
        </p:spPr>
        <p:style>
          <a:lnRef idx="0"/>
          <a:fillRef idx="0"/>
          <a:effectRef idx="0"/>
          <a:fontRef idx="minor"/>
        </p:style>
        <p:txBody>
          <a:bodyPr lIns="90000" rIns="90000" tIns="45000" bIns="45000" anchor="t">
            <a:noAutofit/>
          </a:bodyPr>
          <a:p>
            <a:pPr>
              <a:lnSpc>
                <a:spcPct val="100000"/>
              </a:lnSpc>
            </a:pPr>
            <a:r>
              <a:rPr b="1" lang="en-US" sz="1300" strike="noStrike" u="none">
                <a:solidFill>
                  <a:srgbClr val="ffffff"/>
                </a:solidFill>
                <a:effectLst/>
                <a:uFillTx/>
                <a:latin typeface="Courier New"/>
              </a:rPr>
              <a:t>Welch's t-tests (A: w/o Ontology/Activities, B: w Ontology/Activities):</a:t>
            </a:r>
            <a:endParaRPr b="0" lang="en-US" sz="1300" strike="noStrike" u="none">
              <a:solidFill>
                <a:srgbClr val="ffffff"/>
              </a:solidFill>
              <a:effectLst/>
              <a:uFillTx/>
              <a:latin typeface="Arial"/>
            </a:endParaRPr>
          </a:p>
          <a:p>
            <a:pPr>
              <a:lnSpc>
                <a:spcPct val="100000"/>
              </a:lnSpc>
            </a:pPr>
            <a:r>
              <a:rPr b="0" lang="en-US" sz="1300" strike="noStrike" u="none">
                <a:solidFill>
                  <a:srgbClr val="ffffff"/>
                </a:solidFill>
                <a:effectLst/>
                <a:uFillTx/>
                <a:latin typeface="Courier New"/>
              </a:rPr>
              <a:t>metric                 meanA  stdA  meanB  stdB   Diff      p      </a:t>
            </a:r>
            <a:endParaRPr b="0" lang="en-US" sz="1300" strike="noStrike" u="none">
              <a:solidFill>
                <a:srgbClr val="ffffff"/>
              </a:solidFill>
              <a:effectLst/>
              <a:uFillTx/>
              <a:latin typeface="Arial"/>
            </a:endParaRPr>
          </a:p>
          <a:p>
            <a:pPr>
              <a:lnSpc>
                <a:spcPct val="100000"/>
              </a:lnSpc>
            </a:pPr>
            <a:r>
              <a:rPr b="0" lang="en-US" sz="1300" strike="noStrike" u="none">
                <a:solidFill>
                  <a:srgbClr val="ffffff"/>
                </a:solidFill>
                <a:effectLst/>
                <a:uFillTx/>
                <a:latin typeface="Courier New"/>
              </a:rPr>
              <a:t>avg_goal_sat           0.80   0.11  0.75   0.11   0.05     0.42</a:t>
            </a:r>
            <a:endParaRPr b="0" lang="en-US" sz="1300" strike="noStrike" u="none">
              <a:solidFill>
                <a:srgbClr val="ffffff"/>
              </a:solidFill>
              <a:effectLst/>
              <a:uFillTx/>
              <a:latin typeface="Arial"/>
            </a:endParaRPr>
          </a:p>
          <a:p>
            <a:pPr>
              <a:lnSpc>
                <a:spcPct val="100000"/>
              </a:lnSpc>
            </a:pPr>
            <a:r>
              <a:rPr b="0" lang="en-US" sz="1300" strike="noStrike" u="none">
                <a:solidFill>
                  <a:srgbClr val="ffffff"/>
                </a:solidFill>
                <a:effectLst/>
                <a:uFillTx/>
                <a:latin typeface="Courier New"/>
              </a:rPr>
              <a:t>avg_drive_align        0.45   0.09  0.44   0.10   0.01     0.92</a:t>
            </a:r>
            <a:endParaRPr b="0" lang="en-US" sz="1300" strike="noStrike" u="none">
              <a:solidFill>
                <a:srgbClr val="ffffff"/>
              </a:solidFill>
              <a:effectLst/>
              <a:uFillTx/>
              <a:latin typeface="Arial"/>
            </a:endParaRPr>
          </a:p>
          <a:p>
            <a:pPr>
              <a:lnSpc>
                <a:spcPct val="100000"/>
              </a:lnSpc>
            </a:pPr>
            <a:r>
              <a:rPr b="0" lang="en-US" sz="1300" strike="noStrike" u="none">
                <a:solidFill>
                  <a:srgbClr val="ffffff"/>
                </a:solidFill>
                <a:effectLst/>
                <a:uFillTx/>
                <a:latin typeface="Courier New"/>
              </a:rPr>
              <a:t>scenario_score_raw     0.37   0.01  0.36   0.09   0.01     0.90</a:t>
            </a:r>
            <a:endParaRPr b="0" lang="en-US" sz="1300" strike="noStrike" u="none">
              <a:solidFill>
                <a:srgbClr val="ffffff"/>
              </a:solidFill>
              <a:effectLst/>
              <a:uFillTx/>
              <a:latin typeface="Arial"/>
            </a:endParaRPr>
          </a:p>
          <a:p>
            <a:pPr>
              <a:lnSpc>
                <a:spcPct val="100000"/>
              </a:lnSpc>
            </a:pPr>
            <a:r>
              <a:rPr b="0" lang="en-US" sz="1300" strike="noStrike" u="none">
                <a:solidFill>
                  <a:srgbClr val="ffffff"/>
                </a:solidFill>
                <a:effectLst/>
                <a:uFillTx/>
                <a:latin typeface="Courier New"/>
              </a:rPr>
              <a:t>scenario_score_final   0.35   0.10  0.34   0.10   0.01     0.84</a:t>
            </a:r>
            <a:endParaRPr b="0" lang="en-US" sz="1300" strike="noStrike" u="none">
              <a:solidFill>
                <a:srgbClr val="ffffff"/>
              </a:solidFill>
              <a:effectLst/>
              <a:uFillTx/>
              <a:latin typeface="Arial"/>
            </a:endParaRPr>
          </a:p>
          <a:p>
            <a:pPr>
              <a:lnSpc>
                <a:spcPct val="100000"/>
              </a:lnSpc>
            </a:pPr>
            <a:r>
              <a:rPr b="0" lang="en-US" sz="1300" strike="noStrike" u="none">
                <a:solidFill>
                  <a:srgbClr val="f3f3f3"/>
                </a:solidFill>
                <a:effectLst/>
                <a:uFillTx/>
                <a:latin typeface="Courier New"/>
              </a:rPr>
              <a:t>avg_plan_score         0.86   0.09  0.77   0.07   0.09     0.087</a:t>
            </a:r>
            <a:endParaRPr b="0" lang="en-US" sz="1300" strike="noStrike" u="none">
              <a:solidFill>
                <a:srgbClr val="ffffff"/>
              </a:solidFill>
              <a:effectLst/>
              <a:uFillTx/>
              <a:latin typeface="Arial"/>
            </a:endParaRPr>
          </a:p>
          <a:p>
            <a:pPr>
              <a:lnSpc>
                <a:spcPct val="100000"/>
              </a:lnSpc>
            </a:pPr>
            <a:r>
              <a:rPr b="0" lang="en-US" sz="1300" strike="noStrike" u="none">
                <a:solidFill>
                  <a:srgbClr val="ffffff"/>
                </a:solidFill>
                <a:effectLst/>
                <a:uFillTx/>
                <a:latin typeface="Courier New"/>
              </a:rPr>
              <a:t>avg_drive_score        0.34   0.11  0.32   0.10   0.02     0.72</a:t>
            </a:r>
            <a:endParaRPr b="0" lang="en-US" sz="1300" strike="noStrike" u="none">
              <a:solidFill>
                <a:srgbClr val="ffffff"/>
              </a:solidFill>
              <a:effectLst/>
              <a:uFillTx/>
              <a:latin typeface="Arial"/>
            </a:endParaRPr>
          </a:p>
          <a:p>
            <a:pPr>
              <a:lnSpc>
                <a:spcPct val="100000"/>
              </a:lnSpc>
            </a:pPr>
            <a:r>
              <a:rPr b="0" lang="en-US" sz="1300" strike="noStrike" u="none">
                <a:solidFill>
                  <a:srgbClr val="ef8600"/>
                </a:solidFill>
                <a:effectLst/>
                <a:uFillTx/>
                <a:latin typeface="Courier New"/>
              </a:rPr>
              <a:t>avg_state_mean         0.03   0.01  0.06   0.03  -0.03     0.03</a:t>
            </a:r>
            <a:endParaRPr b="0" lang="en-US" sz="1300" strike="noStrike" u="none">
              <a:solidFill>
                <a:srgbClr val="ffffff"/>
              </a:solidFill>
              <a:effectLst/>
              <a:uFillTx/>
              <a:latin typeface="Arial"/>
            </a:endParaRPr>
          </a:p>
          <a:p>
            <a:pPr>
              <a:lnSpc>
                <a:spcPct val="100000"/>
              </a:lnSpc>
            </a:pPr>
            <a:r>
              <a:rPr b="0" lang="en-US" sz="1300" strike="noStrike" u="none">
                <a:solidFill>
                  <a:srgbClr val="ef8600"/>
                </a:solidFill>
                <a:effectLst/>
                <a:uFillTx/>
                <a:latin typeface="Courier New"/>
              </a:rPr>
              <a:t>avg_failure_rate       0.01   0.01  0.13   0.09  -0.12     0.03</a:t>
            </a:r>
            <a:endParaRPr b="0" lang="en-US" sz="1300" strike="noStrike" u="none">
              <a:solidFill>
                <a:srgbClr val="ffffff"/>
              </a:solidFill>
              <a:effectLst/>
              <a:uFillTx/>
              <a:latin typeface="Arial"/>
            </a:endParaRPr>
          </a:p>
        </p:txBody>
      </p:sp>
      <p:sp>
        <p:nvSpPr>
          <p:cNvPr id="110" name="PlaceHolder 7"/>
          <p:cNvSpPr/>
          <p:nvPr/>
        </p:nvSpPr>
        <p:spPr>
          <a:xfrm>
            <a:off x="673920" y="820080"/>
            <a:ext cx="7877880" cy="1620720"/>
          </a:xfrm>
          <a:prstGeom prst="rect">
            <a:avLst/>
          </a:prstGeom>
          <a:noFill/>
          <a:ln w="0">
            <a:noFill/>
          </a:ln>
        </p:spPr>
        <p:style>
          <a:lnRef idx="0"/>
          <a:fillRef idx="0"/>
          <a:effectRef idx="0"/>
          <a:fontRef idx="minor"/>
        </p:style>
        <p:txBody>
          <a:bodyPr lIns="0" rIns="0" tIns="0" bIns="0" anchor="t">
            <a:normAutofit fontScale="92500" lnSpcReduction="9999"/>
          </a:bodyPr>
          <a:p>
            <a:pPr marL="432000" indent="-324000">
              <a:lnSpc>
                <a:spcPct val="100000"/>
              </a:lnSpc>
              <a:spcBef>
                <a:spcPts val="145"/>
              </a:spcBef>
              <a:buClr>
                <a:srgbClr val="ffffff"/>
              </a:buClr>
              <a:buSzPct val="45000"/>
              <a:buFont typeface="Wingdings" charset="2"/>
              <a:buChar char=""/>
            </a:pPr>
            <a:r>
              <a:rPr b="1" lang="en-US" sz="1800" strike="noStrike" u="none">
                <a:solidFill>
                  <a:srgbClr val="ffffff"/>
                </a:solidFill>
                <a:effectLst/>
                <a:uFillTx/>
                <a:latin typeface="Arial"/>
              </a:rPr>
              <a:t>avg_state_mean</a:t>
            </a:r>
            <a:r>
              <a:rPr b="0" lang="en-US" sz="1800" strike="noStrike" u="none">
                <a:solidFill>
                  <a:srgbClr val="ffffff"/>
                </a:solidFill>
                <a:effectLst/>
                <a:uFillTx/>
                <a:latin typeface="Arial"/>
              </a:rPr>
              <a:t>: </a:t>
            </a:r>
            <a:r>
              <a:rPr b="0" i="1" lang="en-US" sz="1800" strike="noStrike" u="none">
                <a:solidFill>
                  <a:srgbClr val="ffffff"/>
                </a:solidFill>
                <a:effectLst/>
                <a:uFillTx/>
                <a:latin typeface="Arial"/>
              </a:rPr>
              <a:t>increase</a:t>
            </a:r>
            <a:r>
              <a:rPr b="0" lang="en-US" sz="1800" strike="noStrike" u="none">
                <a:solidFill>
                  <a:srgbClr val="ffffff"/>
                </a:solidFill>
                <a:effectLst/>
                <a:uFillTx/>
                <a:latin typeface="Arial"/>
              </a:rPr>
              <a:t> in average hunger / thirst / fatigue level</a:t>
            </a:r>
            <a:endParaRPr b="0" lang="en-US" sz="1800" strike="noStrike" u="none">
              <a:solidFill>
                <a:srgbClr val="ffffff"/>
              </a:solidFill>
              <a:effectLst/>
              <a:uFillTx/>
              <a:latin typeface="Arial"/>
            </a:endParaRPr>
          </a:p>
          <a:p>
            <a:pPr lvl="1" marL="864000" indent="-324000">
              <a:lnSpc>
                <a:spcPct val="100000"/>
              </a:lnSpc>
              <a:spcBef>
                <a:spcPts val="289"/>
              </a:spcBef>
              <a:buClr>
                <a:srgbClr val="ffffff"/>
              </a:buClr>
              <a:buSzPct val="75000"/>
              <a:buFont typeface="Symbol" charset="2"/>
              <a:buChar char=""/>
            </a:pPr>
            <a:r>
              <a:rPr b="0" lang="en-US" sz="1500" strike="noStrike" u="none">
                <a:solidFill>
                  <a:srgbClr val="ffffff"/>
                </a:solidFill>
                <a:effectLst/>
                <a:uFillTx/>
                <a:latin typeface="Arial"/>
              </a:rPr>
              <a:t>Good – baseline was pursuing physiological goals too often.</a:t>
            </a:r>
            <a:endParaRPr b="0" lang="en-US" sz="1500" strike="noStrike" u="none">
              <a:solidFill>
                <a:srgbClr val="ffffff"/>
              </a:solidFill>
              <a:effectLst/>
              <a:uFillTx/>
              <a:latin typeface="Arial"/>
            </a:endParaRPr>
          </a:p>
          <a:p>
            <a:pPr marL="432000" indent="-324000">
              <a:lnSpc>
                <a:spcPct val="100000"/>
              </a:lnSpc>
              <a:spcBef>
                <a:spcPts val="720"/>
              </a:spcBef>
              <a:buClr>
                <a:srgbClr val="ffffff"/>
              </a:buClr>
              <a:buSzPct val="45000"/>
              <a:buFont typeface="Wingdings" charset="2"/>
              <a:buChar char=""/>
            </a:pPr>
            <a:r>
              <a:rPr b="1" lang="en-US" sz="1800" strike="noStrike" u="none">
                <a:solidFill>
                  <a:srgbClr val="ffffff"/>
                </a:solidFill>
                <a:effectLst/>
                <a:uFillTx/>
                <a:latin typeface="Arial"/>
              </a:rPr>
              <a:t>avg_failure_rate</a:t>
            </a:r>
            <a:r>
              <a:rPr b="0" lang="en-US" sz="1800" strike="noStrike" u="none">
                <a:solidFill>
                  <a:srgbClr val="ffffff"/>
                </a:solidFill>
                <a:effectLst/>
                <a:uFillTx/>
                <a:latin typeface="Arial"/>
              </a:rPr>
              <a:t>: </a:t>
            </a:r>
            <a:r>
              <a:rPr b="0" i="1" lang="en-US" sz="1800" strike="noStrike" u="none">
                <a:solidFill>
                  <a:srgbClr val="ffffff"/>
                </a:solidFill>
                <a:effectLst/>
                <a:uFillTx/>
                <a:latin typeface="Arial"/>
              </a:rPr>
              <a:t>increase</a:t>
            </a:r>
            <a:r>
              <a:rPr b="0" lang="en-US" sz="1800" strike="noStrike" u="none">
                <a:solidFill>
                  <a:srgbClr val="ffffff"/>
                </a:solidFill>
                <a:effectLst/>
                <a:uFillTx/>
                <a:latin typeface="Arial"/>
              </a:rPr>
              <a:t> in avg plan failure rate.</a:t>
            </a:r>
            <a:endParaRPr b="0" lang="en-US" sz="1800" strike="noStrike" u="none">
              <a:solidFill>
                <a:srgbClr val="ffffff"/>
              </a:solidFill>
              <a:effectLst/>
              <a:uFillTx/>
              <a:latin typeface="Arial"/>
            </a:endParaRPr>
          </a:p>
          <a:p>
            <a:pPr lvl="1" marL="864000" indent="-324000">
              <a:lnSpc>
                <a:spcPct val="100000"/>
              </a:lnSpc>
              <a:spcBef>
                <a:spcPts val="575"/>
              </a:spcBef>
              <a:buClr>
                <a:srgbClr val="ffffff"/>
              </a:buClr>
              <a:buSzPct val="75000"/>
              <a:buFont typeface="Symbol" charset="2"/>
              <a:buChar char=""/>
            </a:pPr>
            <a:r>
              <a:rPr b="0" lang="en-US" sz="1500" strike="noStrike" u="none">
                <a:solidFill>
                  <a:srgbClr val="ffffff"/>
                </a:solidFill>
                <a:effectLst/>
                <a:uFillTx/>
                <a:latin typeface="Arial"/>
              </a:rPr>
              <a:t>Unclear – more scan fails? Tbd</a:t>
            </a:r>
            <a:endParaRPr b="0" lang="en-US" sz="1500" strike="noStrike" u="none">
              <a:solidFill>
                <a:srgbClr val="ffffff"/>
              </a:solidFill>
              <a:effectLst/>
              <a:uFillTx/>
              <a:latin typeface="Arial"/>
            </a:endParaRPr>
          </a:p>
          <a:p>
            <a:pPr marL="432000" indent="-324000">
              <a:lnSpc>
                <a:spcPct val="100000"/>
              </a:lnSpc>
              <a:spcBef>
                <a:spcPts val="720"/>
              </a:spcBef>
              <a:buClr>
                <a:srgbClr val="ffffff"/>
              </a:buClr>
              <a:buSzPct val="45000"/>
              <a:buFont typeface="Wingdings" charset="2"/>
              <a:buChar char=""/>
            </a:pPr>
            <a:r>
              <a:rPr b="0" lang="en-US" sz="1800" strike="noStrike" u="none">
                <a:solidFill>
                  <a:srgbClr val="ffffff"/>
                </a:solidFill>
                <a:effectLst/>
                <a:uFillTx/>
                <a:latin typeface="Arial"/>
              </a:rPr>
              <a:t>No other clear differences.</a:t>
            </a:r>
            <a:endParaRPr b="0" lang="en-US" sz="1800" strike="noStrike" u="none">
              <a:solidFill>
                <a:srgbClr val="ffffff"/>
              </a:solidFill>
              <a:effectLst/>
              <a:uFillTx/>
              <a:latin typeface="Arial"/>
            </a:endParaRPr>
          </a:p>
          <a:p>
            <a:pPr lvl="1" marL="864000" indent="-324000">
              <a:lnSpc>
                <a:spcPct val="100000"/>
              </a:lnSpc>
              <a:spcBef>
                <a:spcPts val="575"/>
              </a:spcBef>
              <a:buClr>
                <a:srgbClr val="ffffff"/>
              </a:buClr>
              <a:buSzPct val="75000"/>
              <a:buFont typeface="Symbol" charset="2"/>
              <a:buChar char=""/>
            </a:pPr>
            <a:r>
              <a:rPr b="0" lang="en-US" sz="1500" strike="noStrike" u="none">
                <a:solidFill>
                  <a:srgbClr val="ffffff"/>
                </a:solidFill>
                <a:effectLst/>
                <a:uFillTx/>
                <a:latin typeface="Arial"/>
              </a:rPr>
              <a:t>Expected – these are </a:t>
            </a:r>
            <a:r>
              <a:rPr b="0" i="1" lang="en-US" sz="1500" strike="noStrike" u="none">
                <a:solidFill>
                  <a:srgbClr val="ffffff"/>
                </a:solidFill>
                <a:effectLst/>
                <a:uFillTx/>
                <a:latin typeface="Arial"/>
              </a:rPr>
              <a:t>local</a:t>
            </a:r>
            <a:r>
              <a:rPr b="0" lang="en-US" sz="1500" strike="noStrike" u="none">
                <a:solidFill>
                  <a:srgbClr val="ffffff"/>
                </a:solidFill>
                <a:effectLst/>
                <a:uFillTx/>
                <a:latin typeface="Arial"/>
              </a:rPr>
              <a:t> per-plan measures. We haven’t made things worse locally.</a:t>
            </a:r>
            <a:endParaRPr b="0" lang="en-US" sz="15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
          <p:cNvSpPr/>
          <p:nvPr/>
        </p:nvSpPr>
        <p:spPr>
          <a:xfrm>
            <a:off x="397800" y="83880"/>
            <a:ext cx="8515440" cy="623160"/>
          </a:xfrm>
          <a:prstGeom prst="rect">
            <a:avLst/>
          </a:prstGeom>
          <a:noFill/>
          <a:ln w="0">
            <a:noFill/>
          </a:ln>
        </p:spPr>
        <p:style>
          <a:lnRef idx="0"/>
          <a:fillRef idx="0"/>
          <a:effectRef idx="0"/>
          <a:fontRef idx="minor"/>
        </p:style>
        <p:txBody>
          <a:bodyPr lIns="0" rIns="0" tIns="0" bIns="0" anchor="ctr">
            <a:noAutofit/>
          </a:bodyPr>
          <a:p>
            <a:pPr algn="ctr">
              <a:lnSpc>
                <a:spcPct val="100000"/>
              </a:lnSpc>
            </a:pPr>
            <a:r>
              <a:rPr b="1" i="1" lang="en-US" sz="2800" strike="noStrike" u="sng">
                <a:solidFill>
                  <a:srgbClr val="ffffff"/>
                </a:solidFill>
                <a:effectLst/>
                <a:uFillTx/>
                <a:latin typeface="Arial"/>
              </a:rPr>
              <a:t>Evaluation II</a:t>
            </a:r>
            <a:endParaRPr b="0" lang="en-US" sz="2800" strike="noStrike" u="none">
              <a:solidFill>
                <a:srgbClr val="ffffff"/>
              </a:solidFill>
              <a:effectLst/>
              <a:uFillTx/>
              <a:latin typeface="Arial"/>
            </a:endParaRPr>
          </a:p>
        </p:txBody>
      </p:sp>
      <p:graphicFrame>
        <p:nvGraphicFramePr>
          <p:cNvPr id="112" name=""/>
          <p:cNvGraphicFramePr/>
          <p:nvPr/>
        </p:nvGraphicFramePr>
        <p:xfrm>
          <a:off x="1457640" y="900360"/>
          <a:ext cx="6416640" cy="1733040"/>
        </p:xfrm>
        <a:graphic>
          <a:graphicData uri="http://schemas.openxmlformats.org/drawingml/2006/table">
            <a:tbl>
              <a:tblPr/>
              <a:tblGrid>
                <a:gridCol w="1282680"/>
                <a:gridCol w="1282680"/>
                <a:gridCol w="1282680"/>
                <a:gridCol w="1282680"/>
                <a:gridCol w="1286280"/>
              </a:tblGrid>
              <a:tr h="346320">
                <a:tc>
                  <a:txBody>
                    <a:bodyPr lIns="36000" rIns="36000" anchor="t">
                      <a:noAutofit/>
                    </a:bodyPr>
                    <a:p>
                      <a:pPr>
                        <a:lnSpc>
                          <a:spcPct val="100000"/>
                        </a:lnSpc>
                      </a:pPr>
                      <a:r>
                        <a:rPr b="0" lang="en-US" sz="1600" strike="noStrike" u="none">
                          <a:solidFill>
                            <a:schemeClr val="lt1"/>
                          </a:solidFill>
                          <a:effectLst/>
                          <a:uFillTx/>
                          <a:latin typeface="Arial"/>
                        </a:rPr>
                        <a:t>AO</a:t>
                      </a:r>
                      <a:endParaRPr b="0" lang="en-US" sz="1600" strike="noStrike" u="none">
                        <a:solidFill>
                          <a:srgbClr val="ffffff"/>
                        </a:solidFill>
                        <a:effectLst/>
                        <a:uFillTx/>
                        <a:latin typeface="Arial"/>
                      </a:endParaRPr>
                    </a:p>
                  </a:txBody>
                  <a:tcPr anchor="t" marL="36000" marR="36000">
                    <a:lnL w="7200">
                      <a:solidFill>
                        <a:srgbClr val="808080"/>
                      </a:solidFill>
                      <a:prstDash val="solid"/>
                    </a:lnL>
                    <a:lnR w="7200">
                      <a:solidFill>
                        <a:srgbClr val="808080"/>
                      </a:solidFill>
                      <a:prstDash val="solid"/>
                    </a:lnR>
                    <a:lnT w="7200">
                      <a:solidFill>
                        <a:srgbClr val="808080"/>
                      </a:solidFill>
                      <a:prstDash val="solid"/>
                    </a:lnT>
                    <a:lnB w="7200">
                      <a:solidFill>
                        <a:srgbClr val="808080"/>
                      </a:solidFill>
                      <a:prstDash val="solid"/>
                    </a:lnB>
                    <a:noFill/>
                  </a:tcPr>
                </a:tc>
                <a:tc>
                  <a:txBody>
                    <a:bodyPr lIns="36000" rIns="36000" anchor="t">
                      <a:noAutofit/>
                    </a:bodyPr>
                    <a:p>
                      <a:pPr>
                        <a:lnSpc>
                          <a:spcPct val="100000"/>
                        </a:lnSpc>
                      </a:pPr>
                      <a:r>
                        <a:rPr b="0" lang="en-US" sz="1600" strike="noStrike" u="none">
                          <a:solidFill>
                            <a:schemeClr val="lt1"/>
                          </a:solidFill>
                          <a:effectLst/>
                          <a:uFillTx/>
                          <a:latin typeface="Arial"/>
                        </a:rPr>
                        <a:t>Coherence</a:t>
                      </a:r>
                      <a:endParaRPr b="0" lang="en-US" sz="1600" strike="noStrike" u="none">
                        <a:solidFill>
                          <a:srgbClr val="ffffff"/>
                        </a:solidFill>
                        <a:effectLst/>
                        <a:uFillTx/>
                        <a:latin typeface="Arial"/>
                      </a:endParaRPr>
                    </a:p>
                  </a:txBody>
                  <a:tcPr anchor="t" marL="36000" marR="36000">
                    <a:lnL w="7200">
                      <a:solidFill>
                        <a:srgbClr val="808080"/>
                      </a:solidFill>
                      <a:prstDash val="solid"/>
                    </a:lnL>
                    <a:lnR w="7200">
                      <a:solidFill>
                        <a:srgbClr val="808080"/>
                      </a:solidFill>
                      <a:prstDash val="solid"/>
                    </a:lnR>
                    <a:lnT w="7200">
                      <a:solidFill>
                        <a:srgbClr val="808080"/>
                      </a:solidFill>
                      <a:prstDash val="solid"/>
                    </a:lnT>
                    <a:lnB w="7200">
                      <a:solidFill>
                        <a:srgbClr val="808080"/>
                      </a:solidFill>
                      <a:prstDash val="solid"/>
                    </a:lnB>
                    <a:noFill/>
                  </a:tcPr>
                </a:tc>
                <a:tc>
                  <a:txBody>
                    <a:bodyPr lIns="36000" rIns="36000" anchor="t">
                      <a:noAutofit/>
                    </a:bodyPr>
                    <a:p>
                      <a:pPr>
                        <a:lnSpc>
                          <a:spcPct val="100000"/>
                        </a:lnSpc>
                      </a:pPr>
                      <a:r>
                        <a:rPr b="0" lang="en-US" sz="1600" strike="noStrike" u="none">
                          <a:solidFill>
                            <a:schemeClr val="lt1"/>
                          </a:solidFill>
                          <a:effectLst/>
                          <a:uFillTx/>
                          <a:latin typeface="Arial"/>
                        </a:rPr>
                        <a:t>Alignment</a:t>
                      </a:r>
                      <a:endParaRPr b="0" lang="en-US" sz="1600" strike="noStrike" u="none">
                        <a:solidFill>
                          <a:srgbClr val="ffffff"/>
                        </a:solidFill>
                        <a:effectLst/>
                        <a:uFillTx/>
                        <a:latin typeface="Arial"/>
                      </a:endParaRPr>
                    </a:p>
                  </a:txBody>
                  <a:tcPr anchor="t" marL="36000" marR="36000">
                    <a:lnL w="7200">
                      <a:solidFill>
                        <a:srgbClr val="808080"/>
                      </a:solidFill>
                      <a:prstDash val="solid"/>
                    </a:lnL>
                    <a:lnR w="7200">
                      <a:solidFill>
                        <a:srgbClr val="808080"/>
                      </a:solidFill>
                      <a:prstDash val="solid"/>
                    </a:lnR>
                    <a:lnT w="7200">
                      <a:solidFill>
                        <a:srgbClr val="808080"/>
                      </a:solidFill>
                      <a:prstDash val="solid"/>
                    </a:lnT>
                    <a:lnB w="7200">
                      <a:solidFill>
                        <a:srgbClr val="808080"/>
                      </a:solidFill>
                      <a:prstDash val="solid"/>
                    </a:lnB>
                    <a:noFill/>
                  </a:tcPr>
                </a:tc>
                <a:tc>
                  <a:txBody>
                    <a:bodyPr lIns="36000" rIns="36000" anchor="t">
                      <a:noAutofit/>
                    </a:bodyPr>
                    <a:p>
                      <a:pPr>
                        <a:lnSpc>
                          <a:spcPct val="100000"/>
                        </a:lnSpc>
                      </a:pPr>
                      <a:r>
                        <a:rPr b="0" lang="en-US" sz="1600" strike="noStrike" u="none">
                          <a:solidFill>
                            <a:schemeClr val="lt1"/>
                          </a:solidFill>
                          <a:effectLst/>
                          <a:uFillTx/>
                          <a:latin typeface="Arial"/>
                        </a:rPr>
                        <a:t>Realism</a:t>
                      </a:r>
                      <a:endParaRPr b="0" lang="en-US" sz="1600" strike="noStrike" u="none">
                        <a:solidFill>
                          <a:srgbClr val="ffffff"/>
                        </a:solidFill>
                        <a:effectLst/>
                        <a:uFillTx/>
                        <a:latin typeface="Arial"/>
                      </a:endParaRPr>
                    </a:p>
                  </a:txBody>
                  <a:tcPr anchor="t" marL="36000" marR="36000">
                    <a:lnL w="7200">
                      <a:solidFill>
                        <a:srgbClr val="808080"/>
                      </a:solidFill>
                      <a:prstDash val="solid"/>
                    </a:lnL>
                    <a:lnR w="7200">
                      <a:solidFill>
                        <a:srgbClr val="808080"/>
                      </a:solidFill>
                      <a:prstDash val="solid"/>
                    </a:lnR>
                    <a:lnT w="7200">
                      <a:solidFill>
                        <a:srgbClr val="808080"/>
                      </a:solidFill>
                      <a:prstDash val="solid"/>
                    </a:lnT>
                    <a:lnB w="7200">
                      <a:solidFill>
                        <a:srgbClr val="808080"/>
                      </a:solidFill>
                      <a:prstDash val="solid"/>
                    </a:lnB>
                    <a:noFill/>
                  </a:tcPr>
                </a:tc>
                <a:tc>
                  <a:txBody>
                    <a:bodyPr lIns="36000" rIns="36000" anchor="t">
                      <a:noAutofit/>
                    </a:bodyPr>
                    <a:p>
                      <a:pPr>
                        <a:lnSpc>
                          <a:spcPct val="100000"/>
                        </a:lnSpc>
                      </a:pPr>
                      <a:r>
                        <a:rPr b="0" lang="en-US" sz="1600" strike="noStrike" u="none">
                          <a:solidFill>
                            <a:schemeClr val="lt1"/>
                          </a:solidFill>
                          <a:effectLst/>
                          <a:uFillTx/>
                          <a:latin typeface="Arial"/>
                        </a:rPr>
                        <a:t>Momentum</a:t>
                      </a:r>
                      <a:endParaRPr b="0" lang="en-US" sz="1600" strike="noStrike" u="none">
                        <a:solidFill>
                          <a:srgbClr val="ffffff"/>
                        </a:solidFill>
                        <a:effectLst/>
                        <a:uFillTx/>
                        <a:latin typeface="Arial"/>
                      </a:endParaRPr>
                    </a:p>
                  </a:txBody>
                  <a:tcPr anchor="t" marL="36000" marR="36000">
                    <a:lnL w="7200">
                      <a:solidFill>
                        <a:srgbClr val="808080"/>
                      </a:solidFill>
                      <a:prstDash val="solid"/>
                    </a:lnL>
                    <a:lnR w="7200">
                      <a:solidFill>
                        <a:srgbClr val="808080"/>
                      </a:solidFill>
                      <a:prstDash val="solid"/>
                    </a:lnR>
                    <a:lnT w="7200">
                      <a:solidFill>
                        <a:srgbClr val="808080"/>
                      </a:solidFill>
                      <a:prstDash val="solid"/>
                    </a:lnT>
                    <a:lnB w="7200">
                      <a:solidFill>
                        <a:srgbClr val="808080"/>
                      </a:solidFill>
                      <a:prstDash val="solid"/>
                    </a:lnB>
                    <a:noFill/>
                  </a:tcPr>
                </a:tc>
              </a:tr>
              <a:tr h="346320">
                <a:tc>
                  <a:txBody>
                    <a:bodyPr lIns="36000" rIns="36000" anchor="t">
                      <a:noAutofit/>
                    </a:bodyPr>
                    <a:p>
                      <a:pPr>
                        <a:lnSpc>
                          <a:spcPct val="100000"/>
                        </a:lnSpc>
                      </a:pPr>
                      <a:endParaRPr b="0" lang="en-US" sz="1800" strike="noStrike" u="none">
                        <a:solidFill>
                          <a:srgbClr val="ffffff"/>
                        </a:solidFill>
                        <a:effectLst/>
                        <a:uFillTx/>
                        <a:latin typeface="Arial"/>
                      </a:endParaRPr>
                    </a:p>
                  </a:txBody>
                  <a:tcPr anchor="t" marL="36000" marR="36000">
                    <a:lnL w="7200">
                      <a:solidFill>
                        <a:srgbClr val="808080"/>
                      </a:solidFill>
                      <a:prstDash val="solid"/>
                    </a:lnL>
                    <a:lnR w="7200">
                      <a:solidFill>
                        <a:srgbClr val="808080"/>
                      </a:solidFill>
                      <a:prstDash val="solid"/>
                    </a:lnR>
                    <a:lnT w="7200">
                      <a:solidFill>
                        <a:srgbClr val="808080"/>
                      </a:solidFill>
                      <a:prstDash val="solid"/>
                    </a:lnT>
                    <a:lnB w="7200">
                      <a:solidFill>
                        <a:srgbClr val="808080"/>
                      </a:solidFill>
                      <a:prstDash val="solid"/>
                    </a:lnB>
                    <a:noFill/>
                  </a:tcPr>
                </a:tc>
                <a:tc>
                  <a:txBody>
                    <a:bodyPr lIns="36000" rIns="36000" anchor="t">
                      <a:noAutofit/>
                    </a:bodyPr>
                    <a:p>
                      <a:pPr>
                        <a:lnSpc>
                          <a:spcPct val="100000"/>
                        </a:lnSpc>
                      </a:pPr>
                      <a:endParaRPr b="0" lang="en-US" sz="1800" strike="noStrike" u="none">
                        <a:solidFill>
                          <a:srgbClr val="ffffff"/>
                        </a:solidFill>
                        <a:effectLst/>
                        <a:uFillTx/>
                        <a:latin typeface="Arial"/>
                      </a:endParaRPr>
                    </a:p>
                  </a:txBody>
                  <a:tcPr anchor="t" marL="36000" marR="36000">
                    <a:lnL w="7200">
                      <a:solidFill>
                        <a:srgbClr val="808080"/>
                      </a:solidFill>
                      <a:prstDash val="solid"/>
                    </a:lnL>
                    <a:lnR w="7200">
                      <a:solidFill>
                        <a:srgbClr val="808080"/>
                      </a:solidFill>
                      <a:prstDash val="solid"/>
                    </a:lnR>
                    <a:lnT w="7200">
                      <a:solidFill>
                        <a:srgbClr val="808080"/>
                      </a:solidFill>
                      <a:prstDash val="solid"/>
                    </a:lnT>
                    <a:lnB w="7200">
                      <a:solidFill>
                        <a:srgbClr val="808080"/>
                      </a:solidFill>
                      <a:prstDash val="solid"/>
                    </a:lnB>
                    <a:noFill/>
                  </a:tcPr>
                </a:tc>
                <a:tc>
                  <a:txBody>
                    <a:bodyPr lIns="36000" rIns="36000" anchor="t">
                      <a:noAutofit/>
                    </a:bodyPr>
                    <a:p>
                      <a:pPr>
                        <a:lnSpc>
                          <a:spcPct val="100000"/>
                        </a:lnSpc>
                      </a:pPr>
                      <a:endParaRPr b="0" lang="en-US" sz="1800" strike="noStrike" u="none">
                        <a:solidFill>
                          <a:srgbClr val="ffffff"/>
                        </a:solidFill>
                        <a:effectLst/>
                        <a:uFillTx/>
                        <a:latin typeface="Arial"/>
                      </a:endParaRPr>
                    </a:p>
                  </a:txBody>
                  <a:tcPr anchor="t" marL="36000" marR="36000">
                    <a:lnL w="7200">
                      <a:solidFill>
                        <a:srgbClr val="808080"/>
                      </a:solidFill>
                      <a:prstDash val="solid"/>
                    </a:lnL>
                    <a:lnR w="7200">
                      <a:solidFill>
                        <a:srgbClr val="808080"/>
                      </a:solidFill>
                      <a:prstDash val="solid"/>
                    </a:lnR>
                    <a:lnT w="7200">
                      <a:solidFill>
                        <a:srgbClr val="808080"/>
                      </a:solidFill>
                      <a:prstDash val="solid"/>
                    </a:lnT>
                    <a:lnB w="7200">
                      <a:solidFill>
                        <a:srgbClr val="808080"/>
                      </a:solidFill>
                      <a:prstDash val="solid"/>
                    </a:lnB>
                    <a:noFill/>
                  </a:tcPr>
                </a:tc>
                <a:tc>
                  <a:txBody>
                    <a:bodyPr lIns="36000" rIns="36000" anchor="t">
                      <a:noAutofit/>
                    </a:bodyPr>
                    <a:p>
                      <a:pPr>
                        <a:lnSpc>
                          <a:spcPct val="100000"/>
                        </a:lnSpc>
                      </a:pPr>
                      <a:endParaRPr b="0" lang="en-US" sz="1800" strike="noStrike" u="none">
                        <a:solidFill>
                          <a:srgbClr val="ffffff"/>
                        </a:solidFill>
                        <a:effectLst/>
                        <a:uFillTx/>
                        <a:latin typeface="Arial"/>
                      </a:endParaRPr>
                    </a:p>
                  </a:txBody>
                  <a:tcPr anchor="t" marL="36000" marR="36000">
                    <a:lnL w="7200">
                      <a:solidFill>
                        <a:srgbClr val="808080"/>
                      </a:solidFill>
                      <a:prstDash val="solid"/>
                    </a:lnL>
                    <a:lnR w="7200">
                      <a:solidFill>
                        <a:srgbClr val="808080"/>
                      </a:solidFill>
                      <a:prstDash val="solid"/>
                    </a:lnR>
                    <a:lnT w="7200">
                      <a:solidFill>
                        <a:srgbClr val="808080"/>
                      </a:solidFill>
                      <a:prstDash val="solid"/>
                    </a:lnT>
                    <a:lnB w="7200">
                      <a:solidFill>
                        <a:srgbClr val="808080"/>
                      </a:solidFill>
                      <a:prstDash val="solid"/>
                    </a:lnB>
                    <a:noFill/>
                  </a:tcPr>
                </a:tc>
                <a:tc>
                  <a:txBody>
                    <a:bodyPr lIns="36000" rIns="36000" anchor="t">
                      <a:noAutofit/>
                    </a:bodyPr>
                    <a:p>
                      <a:pPr>
                        <a:lnSpc>
                          <a:spcPct val="100000"/>
                        </a:lnSpc>
                      </a:pPr>
                      <a:endParaRPr b="0" lang="en-US" sz="1800" strike="noStrike" u="none">
                        <a:solidFill>
                          <a:srgbClr val="ffffff"/>
                        </a:solidFill>
                        <a:effectLst/>
                        <a:uFillTx/>
                        <a:latin typeface="Arial"/>
                      </a:endParaRPr>
                    </a:p>
                  </a:txBody>
                  <a:tcPr anchor="t" marL="36000" marR="36000">
                    <a:lnL w="7200">
                      <a:solidFill>
                        <a:srgbClr val="808080"/>
                      </a:solidFill>
                      <a:prstDash val="solid"/>
                    </a:lnL>
                    <a:lnR w="7200">
                      <a:solidFill>
                        <a:srgbClr val="808080"/>
                      </a:solidFill>
                      <a:prstDash val="solid"/>
                    </a:lnR>
                    <a:lnT w="7200">
                      <a:solidFill>
                        <a:srgbClr val="808080"/>
                      </a:solidFill>
                      <a:prstDash val="solid"/>
                    </a:lnT>
                    <a:lnB w="7200">
                      <a:solidFill>
                        <a:srgbClr val="808080"/>
                      </a:solidFill>
                      <a:prstDash val="solid"/>
                    </a:lnB>
                    <a:noFill/>
                  </a:tcPr>
                </a:tc>
              </a:tr>
              <a:tr h="346320">
                <a:tc>
                  <a:txBody>
                    <a:bodyPr lIns="36000" rIns="36000" anchor="t">
                      <a:noAutofit/>
                    </a:bodyPr>
                    <a:p>
                      <a:pPr>
                        <a:lnSpc>
                          <a:spcPct val="100000"/>
                        </a:lnSpc>
                      </a:pPr>
                      <a:r>
                        <a:rPr b="0" lang="en-US" sz="1600" strike="noStrike" u="none">
                          <a:solidFill>
                            <a:schemeClr val="lt1"/>
                          </a:solidFill>
                          <a:effectLst/>
                          <a:uFillTx/>
                          <a:latin typeface="Arial"/>
                        </a:rPr>
                        <a:t>FF</a:t>
                      </a:r>
                      <a:endParaRPr b="0" lang="en-US" sz="1600" strike="noStrike" u="none">
                        <a:solidFill>
                          <a:srgbClr val="ffffff"/>
                        </a:solidFill>
                        <a:effectLst/>
                        <a:uFillTx/>
                        <a:latin typeface="Arial"/>
                      </a:endParaRPr>
                    </a:p>
                  </a:txBody>
                  <a:tcPr anchor="t" marL="36000" marR="36000">
                    <a:lnL w="7200">
                      <a:solidFill>
                        <a:srgbClr val="808080"/>
                      </a:solidFill>
                      <a:prstDash val="solid"/>
                    </a:lnL>
                    <a:lnR w="7200">
                      <a:solidFill>
                        <a:srgbClr val="808080"/>
                      </a:solidFill>
                      <a:prstDash val="solid"/>
                    </a:lnR>
                    <a:lnT w="7200">
                      <a:solidFill>
                        <a:srgbClr val="808080"/>
                      </a:solidFill>
                      <a:prstDash val="solid"/>
                    </a:lnT>
                    <a:lnB w="7200">
                      <a:solidFill>
                        <a:srgbClr val="808080"/>
                      </a:solidFill>
                      <a:prstDash val="solid"/>
                    </a:lnB>
                    <a:noFill/>
                  </a:tcPr>
                </a:tc>
                <a:tc>
                  <a:txBody>
                    <a:bodyPr lIns="36000" rIns="36000" anchor="t">
                      <a:noAutofit/>
                    </a:bodyPr>
                    <a:p>
                      <a:pPr>
                        <a:lnSpc>
                          <a:spcPct val="100000"/>
                        </a:lnSpc>
                      </a:pPr>
                      <a:r>
                        <a:rPr b="0" lang="en-US" sz="1600" strike="noStrike" u="none">
                          <a:solidFill>
                            <a:schemeClr val="lt1"/>
                          </a:solidFill>
                          <a:effectLst/>
                          <a:uFillTx/>
                          <a:latin typeface="Arial"/>
                        </a:rPr>
                        <a:t>5.7</a:t>
                      </a:r>
                      <a:endParaRPr b="0" lang="en-US" sz="1600" strike="noStrike" u="none">
                        <a:solidFill>
                          <a:srgbClr val="ffffff"/>
                        </a:solidFill>
                        <a:effectLst/>
                        <a:uFillTx/>
                        <a:latin typeface="Arial"/>
                      </a:endParaRPr>
                    </a:p>
                  </a:txBody>
                  <a:tcPr anchor="t" marL="36000" marR="36000">
                    <a:lnL w="7200">
                      <a:solidFill>
                        <a:srgbClr val="808080"/>
                      </a:solidFill>
                      <a:prstDash val="solid"/>
                    </a:lnL>
                    <a:lnR w="7200">
                      <a:solidFill>
                        <a:srgbClr val="808080"/>
                      </a:solidFill>
                      <a:prstDash val="solid"/>
                    </a:lnR>
                    <a:lnT w="7200">
                      <a:solidFill>
                        <a:srgbClr val="808080"/>
                      </a:solidFill>
                      <a:prstDash val="solid"/>
                    </a:lnT>
                    <a:lnB w="7200">
                      <a:solidFill>
                        <a:srgbClr val="808080"/>
                      </a:solidFill>
                      <a:prstDash val="solid"/>
                    </a:lnB>
                    <a:noFill/>
                  </a:tcPr>
                </a:tc>
                <a:tc>
                  <a:txBody>
                    <a:bodyPr lIns="36000" rIns="36000" anchor="t">
                      <a:noAutofit/>
                    </a:bodyPr>
                    <a:p>
                      <a:pPr>
                        <a:lnSpc>
                          <a:spcPct val="100000"/>
                        </a:lnSpc>
                      </a:pPr>
                      <a:r>
                        <a:rPr b="0" lang="en-US" sz="1600" strike="noStrike" u="none">
                          <a:solidFill>
                            <a:schemeClr val="lt1"/>
                          </a:solidFill>
                          <a:effectLst/>
                          <a:uFillTx/>
                          <a:latin typeface="Arial"/>
                        </a:rPr>
                        <a:t>6.04</a:t>
                      </a:r>
                      <a:endParaRPr b="0" lang="en-US" sz="1600" strike="noStrike" u="none">
                        <a:solidFill>
                          <a:srgbClr val="ffffff"/>
                        </a:solidFill>
                        <a:effectLst/>
                        <a:uFillTx/>
                        <a:latin typeface="Arial"/>
                      </a:endParaRPr>
                    </a:p>
                  </a:txBody>
                  <a:tcPr anchor="t" marL="36000" marR="36000">
                    <a:lnL w="7200">
                      <a:solidFill>
                        <a:srgbClr val="808080"/>
                      </a:solidFill>
                      <a:prstDash val="solid"/>
                    </a:lnL>
                    <a:lnR w="7200">
                      <a:solidFill>
                        <a:srgbClr val="808080"/>
                      </a:solidFill>
                      <a:prstDash val="solid"/>
                    </a:lnR>
                    <a:lnT w="7200">
                      <a:solidFill>
                        <a:srgbClr val="808080"/>
                      </a:solidFill>
                      <a:prstDash val="solid"/>
                    </a:lnT>
                    <a:lnB w="7200">
                      <a:solidFill>
                        <a:srgbClr val="808080"/>
                      </a:solidFill>
                      <a:prstDash val="solid"/>
                    </a:lnB>
                    <a:noFill/>
                  </a:tcPr>
                </a:tc>
                <a:tc>
                  <a:txBody>
                    <a:bodyPr lIns="36000" rIns="36000" anchor="t">
                      <a:noAutofit/>
                    </a:bodyPr>
                    <a:p>
                      <a:pPr>
                        <a:lnSpc>
                          <a:spcPct val="100000"/>
                        </a:lnSpc>
                      </a:pPr>
                      <a:r>
                        <a:rPr b="0" lang="en-US" sz="1600" strike="noStrike" u="none">
                          <a:solidFill>
                            <a:schemeClr val="lt1"/>
                          </a:solidFill>
                          <a:effectLst/>
                          <a:uFillTx/>
                          <a:latin typeface="Arial"/>
                        </a:rPr>
                        <a:t>5.83</a:t>
                      </a:r>
                      <a:endParaRPr b="0" lang="en-US" sz="1600" strike="noStrike" u="none">
                        <a:solidFill>
                          <a:srgbClr val="ffffff"/>
                        </a:solidFill>
                        <a:effectLst/>
                        <a:uFillTx/>
                        <a:latin typeface="Arial"/>
                      </a:endParaRPr>
                    </a:p>
                  </a:txBody>
                  <a:tcPr anchor="t" marL="36000" marR="36000">
                    <a:lnL w="7200">
                      <a:solidFill>
                        <a:srgbClr val="808080"/>
                      </a:solidFill>
                      <a:prstDash val="solid"/>
                    </a:lnL>
                    <a:lnR w="7200">
                      <a:solidFill>
                        <a:srgbClr val="808080"/>
                      </a:solidFill>
                      <a:prstDash val="solid"/>
                    </a:lnR>
                    <a:lnT w="7200">
                      <a:solidFill>
                        <a:srgbClr val="808080"/>
                      </a:solidFill>
                      <a:prstDash val="solid"/>
                    </a:lnT>
                    <a:lnB w="7200">
                      <a:solidFill>
                        <a:srgbClr val="808080"/>
                      </a:solidFill>
                      <a:prstDash val="solid"/>
                    </a:lnB>
                    <a:noFill/>
                  </a:tcPr>
                </a:tc>
                <a:tc>
                  <a:txBody>
                    <a:bodyPr lIns="36000" rIns="36000" anchor="t">
                      <a:noAutofit/>
                    </a:bodyPr>
                    <a:p>
                      <a:pPr>
                        <a:lnSpc>
                          <a:spcPct val="100000"/>
                        </a:lnSpc>
                      </a:pPr>
                      <a:r>
                        <a:rPr b="0" lang="en-US" sz="1600" strike="noStrike" u="none">
                          <a:solidFill>
                            <a:schemeClr val="accent4">
                              <a:lumMod val="75000"/>
                            </a:schemeClr>
                          </a:solidFill>
                          <a:effectLst/>
                          <a:uFillTx/>
                          <a:latin typeface="Arial"/>
                        </a:rPr>
                        <a:t>3.58</a:t>
                      </a:r>
                      <a:endParaRPr b="0" lang="en-US" sz="1600" strike="noStrike" u="none">
                        <a:solidFill>
                          <a:srgbClr val="ffffff"/>
                        </a:solidFill>
                        <a:effectLst/>
                        <a:uFillTx/>
                        <a:latin typeface="Arial"/>
                      </a:endParaRPr>
                    </a:p>
                  </a:txBody>
                  <a:tcPr anchor="t" marL="36000" marR="36000">
                    <a:lnL w="7200">
                      <a:solidFill>
                        <a:srgbClr val="808080"/>
                      </a:solidFill>
                      <a:prstDash val="solid"/>
                    </a:lnL>
                    <a:lnR w="7200">
                      <a:solidFill>
                        <a:srgbClr val="808080"/>
                      </a:solidFill>
                      <a:prstDash val="solid"/>
                    </a:lnR>
                    <a:lnT w="7200">
                      <a:solidFill>
                        <a:srgbClr val="808080"/>
                      </a:solidFill>
                      <a:prstDash val="solid"/>
                    </a:lnT>
                    <a:lnB w="7200">
                      <a:solidFill>
                        <a:srgbClr val="808080"/>
                      </a:solidFill>
                      <a:prstDash val="solid"/>
                    </a:lnB>
                    <a:noFill/>
                  </a:tcPr>
                </a:tc>
              </a:tr>
              <a:tr h="346320">
                <a:tc>
                  <a:txBody>
                    <a:bodyPr lIns="36000" rIns="36000" anchor="t">
                      <a:noAutofit/>
                    </a:bodyPr>
                    <a:p>
                      <a:pPr>
                        <a:lnSpc>
                          <a:spcPct val="100000"/>
                        </a:lnSpc>
                      </a:pPr>
                      <a:r>
                        <a:rPr b="0" lang="en-US" sz="1600" strike="noStrike" u="none">
                          <a:solidFill>
                            <a:schemeClr val="lt1"/>
                          </a:solidFill>
                          <a:effectLst/>
                          <a:uFillTx/>
                          <a:latin typeface="Arial"/>
                        </a:rPr>
                        <a:t>FT</a:t>
                      </a:r>
                      <a:endParaRPr b="0" lang="en-US" sz="1600" strike="noStrike" u="none">
                        <a:solidFill>
                          <a:srgbClr val="ffffff"/>
                        </a:solidFill>
                        <a:effectLst/>
                        <a:uFillTx/>
                        <a:latin typeface="Arial"/>
                      </a:endParaRPr>
                    </a:p>
                  </a:txBody>
                  <a:tcPr anchor="t" marL="36000" marR="36000">
                    <a:lnL w="7200">
                      <a:solidFill>
                        <a:srgbClr val="808080"/>
                      </a:solidFill>
                      <a:prstDash val="solid"/>
                    </a:lnL>
                    <a:lnR w="7200">
                      <a:solidFill>
                        <a:srgbClr val="808080"/>
                      </a:solidFill>
                      <a:prstDash val="solid"/>
                    </a:lnR>
                    <a:lnT w="7200">
                      <a:solidFill>
                        <a:srgbClr val="808080"/>
                      </a:solidFill>
                      <a:prstDash val="solid"/>
                    </a:lnT>
                    <a:lnB w="7200">
                      <a:solidFill>
                        <a:srgbClr val="808080"/>
                      </a:solidFill>
                      <a:prstDash val="solid"/>
                    </a:lnB>
                    <a:noFill/>
                  </a:tcPr>
                </a:tc>
                <a:tc>
                  <a:txBody>
                    <a:bodyPr lIns="36000" rIns="36000" anchor="t">
                      <a:noAutofit/>
                    </a:bodyPr>
                    <a:p>
                      <a:pPr>
                        <a:lnSpc>
                          <a:spcPct val="100000"/>
                        </a:lnSpc>
                      </a:pPr>
                      <a:r>
                        <a:rPr b="0" lang="en-US" sz="1600" strike="noStrike" u="none">
                          <a:solidFill>
                            <a:schemeClr val="lt1"/>
                          </a:solidFill>
                          <a:effectLst/>
                          <a:uFillTx/>
                          <a:latin typeface="Arial"/>
                        </a:rPr>
                        <a:t>5.625</a:t>
                      </a:r>
                      <a:endParaRPr b="0" lang="en-US" sz="1600" strike="noStrike" u="none">
                        <a:solidFill>
                          <a:srgbClr val="ffffff"/>
                        </a:solidFill>
                        <a:effectLst/>
                        <a:uFillTx/>
                        <a:latin typeface="Arial"/>
                      </a:endParaRPr>
                    </a:p>
                  </a:txBody>
                  <a:tcPr anchor="t" marL="36000" marR="36000">
                    <a:lnL w="7200">
                      <a:solidFill>
                        <a:srgbClr val="808080"/>
                      </a:solidFill>
                      <a:prstDash val="solid"/>
                    </a:lnL>
                    <a:lnR w="7200">
                      <a:solidFill>
                        <a:srgbClr val="808080"/>
                      </a:solidFill>
                      <a:prstDash val="solid"/>
                    </a:lnR>
                    <a:lnT w="7200">
                      <a:solidFill>
                        <a:srgbClr val="808080"/>
                      </a:solidFill>
                      <a:prstDash val="solid"/>
                    </a:lnT>
                    <a:lnB w="7200">
                      <a:solidFill>
                        <a:srgbClr val="808080"/>
                      </a:solidFill>
                      <a:prstDash val="solid"/>
                    </a:lnB>
                    <a:noFill/>
                  </a:tcPr>
                </a:tc>
                <a:tc>
                  <a:txBody>
                    <a:bodyPr lIns="36000" rIns="36000" anchor="t">
                      <a:noAutofit/>
                    </a:bodyPr>
                    <a:p>
                      <a:pPr>
                        <a:lnSpc>
                          <a:spcPct val="100000"/>
                        </a:lnSpc>
                      </a:pPr>
                      <a:r>
                        <a:rPr b="0" lang="en-US" sz="1600" strike="noStrike" u="none">
                          <a:solidFill>
                            <a:schemeClr val="lt1"/>
                          </a:solidFill>
                          <a:effectLst/>
                          <a:uFillTx/>
                          <a:latin typeface="Arial"/>
                        </a:rPr>
                        <a:t>6.4</a:t>
                      </a:r>
                      <a:endParaRPr b="0" lang="en-US" sz="1600" strike="noStrike" u="none">
                        <a:solidFill>
                          <a:srgbClr val="ffffff"/>
                        </a:solidFill>
                        <a:effectLst/>
                        <a:uFillTx/>
                        <a:latin typeface="Arial"/>
                      </a:endParaRPr>
                    </a:p>
                  </a:txBody>
                  <a:tcPr anchor="t" marL="36000" marR="36000">
                    <a:lnL w="7200">
                      <a:solidFill>
                        <a:srgbClr val="808080"/>
                      </a:solidFill>
                      <a:prstDash val="solid"/>
                    </a:lnL>
                    <a:lnR w="7200">
                      <a:solidFill>
                        <a:srgbClr val="808080"/>
                      </a:solidFill>
                      <a:prstDash val="solid"/>
                    </a:lnR>
                    <a:lnT w="7200">
                      <a:solidFill>
                        <a:srgbClr val="808080"/>
                      </a:solidFill>
                      <a:prstDash val="solid"/>
                    </a:lnT>
                    <a:lnB w="7200">
                      <a:solidFill>
                        <a:srgbClr val="808080"/>
                      </a:solidFill>
                      <a:prstDash val="solid"/>
                    </a:lnB>
                    <a:noFill/>
                  </a:tcPr>
                </a:tc>
                <a:tc>
                  <a:txBody>
                    <a:bodyPr lIns="36000" rIns="36000" anchor="t">
                      <a:noAutofit/>
                    </a:bodyPr>
                    <a:p>
                      <a:pPr>
                        <a:lnSpc>
                          <a:spcPct val="100000"/>
                        </a:lnSpc>
                      </a:pPr>
                      <a:r>
                        <a:rPr b="0" lang="en-US" sz="1600" strike="noStrike" u="none">
                          <a:solidFill>
                            <a:schemeClr val="lt1"/>
                          </a:solidFill>
                          <a:effectLst/>
                          <a:uFillTx/>
                          <a:latin typeface="Arial"/>
                        </a:rPr>
                        <a:t>6</a:t>
                      </a:r>
                      <a:endParaRPr b="0" lang="en-US" sz="1600" strike="noStrike" u="none">
                        <a:solidFill>
                          <a:srgbClr val="ffffff"/>
                        </a:solidFill>
                        <a:effectLst/>
                        <a:uFillTx/>
                        <a:latin typeface="Arial"/>
                      </a:endParaRPr>
                    </a:p>
                  </a:txBody>
                  <a:tcPr anchor="t" marL="36000" marR="36000">
                    <a:lnL w="7200">
                      <a:solidFill>
                        <a:srgbClr val="808080"/>
                      </a:solidFill>
                      <a:prstDash val="solid"/>
                    </a:lnL>
                    <a:lnR w="7200">
                      <a:solidFill>
                        <a:srgbClr val="808080"/>
                      </a:solidFill>
                      <a:prstDash val="solid"/>
                    </a:lnR>
                    <a:lnT w="7200">
                      <a:solidFill>
                        <a:srgbClr val="808080"/>
                      </a:solidFill>
                      <a:prstDash val="solid"/>
                    </a:lnT>
                    <a:lnB w="7200">
                      <a:solidFill>
                        <a:srgbClr val="808080"/>
                      </a:solidFill>
                      <a:prstDash val="solid"/>
                    </a:lnB>
                    <a:noFill/>
                  </a:tcPr>
                </a:tc>
                <a:tc>
                  <a:txBody>
                    <a:bodyPr lIns="36000" rIns="36000" anchor="t">
                      <a:noAutofit/>
                    </a:bodyPr>
                    <a:p>
                      <a:pPr>
                        <a:lnSpc>
                          <a:spcPct val="100000"/>
                        </a:lnSpc>
                      </a:pPr>
                      <a:r>
                        <a:rPr b="0" lang="en-US" sz="1600" strike="noStrike" u="none">
                          <a:solidFill>
                            <a:schemeClr val="accent4">
                              <a:lumMod val="75000"/>
                            </a:schemeClr>
                          </a:solidFill>
                          <a:effectLst/>
                          <a:uFillTx/>
                          <a:latin typeface="Arial"/>
                        </a:rPr>
                        <a:t>4.17</a:t>
                      </a:r>
                      <a:endParaRPr b="0" lang="en-US" sz="1600" strike="noStrike" u="none">
                        <a:solidFill>
                          <a:srgbClr val="ffffff"/>
                        </a:solidFill>
                        <a:effectLst/>
                        <a:uFillTx/>
                        <a:latin typeface="Arial"/>
                      </a:endParaRPr>
                    </a:p>
                  </a:txBody>
                  <a:tcPr anchor="t" marL="36000" marR="36000">
                    <a:lnL w="7200">
                      <a:solidFill>
                        <a:srgbClr val="808080"/>
                      </a:solidFill>
                      <a:prstDash val="solid"/>
                    </a:lnL>
                    <a:lnR w="7200">
                      <a:solidFill>
                        <a:srgbClr val="808080"/>
                      </a:solidFill>
                      <a:prstDash val="solid"/>
                    </a:lnR>
                    <a:lnT w="7200">
                      <a:solidFill>
                        <a:srgbClr val="808080"/>
                      </a:solidFill>
                      <a:prstDash val="solid"/>
                    </a:lnT>
                    <a:lnB w="7200">
                      <a:solidFill>
                        <a:srgbClr val="808080"/>
                      </a:solidFill>
                      <a:prstDash val="solid"/>
                    </a:lnB>
                    <a:noFill/>
                  </a:tcPr>
                </a:tc>
              </a:tr>
              <a:tr h="346320">
                <a:tc>
                  <a:txBody>
                    <a:bodyPr lIns="36000" rIns="36000" anchor="t">
                      <a:noAutofit/>
                    </a:bodyPr>
                    <a:p>
                      <a:pPr>
                        <a:lnSpc>
                          <a:spcPct val="100000"/>
                        </a:lnSpc>
                      </a:pPr>
                      <a:r>
                        <a:rPr b="0" lang="en-US" sz="1600" strike="noStrike" u="none">
                          <a:solidFill>
                            <a:schemeClr val="lt1"/>
                          </a:solidFill>
                          <a:effectLst/>
                          <a:uFillTx/>
                          <a:latin typeface="Arial"/>
                        </a:rPr>
                        <a:t>TT</a:t>
                      </a:r>
                      <a:endParaRPr b="0" lang="en-US" sz="1600" strike="noStrike" u="none">
                        <a:solidFill>
                          <a:srgbClr val="ffffff"/>
                        </a:solidFill>
                        <a:effectLst/>
                        <a:uFillTx/>
                        <a:latin typeface="Arial"/>
                      </a:endParaRPr>
                    </a:p>
                  </a:txBody>
                  <a:tcPr anchor="t" marL="36000" marR="36000">
                    <a:lnL w="7200">
                      <a:solidFill>
                        <a:srgbClr val="808080"/>
                      </a:solidFill>
                      <a:prstDash val="solid"/>
                    </a:lnL>
                    <a:lnR w="7200">
                      <a:solidFill>
                        <a:srgbClr val="808080"/>
                      </a:solidFill>
                      <a:prstDash val="solid"/>
                    </a:lnR>
                    <a:lnT w="7200">
                      <a:solidFill>
                        <a:srgbClr val="808080"/>
                      </a:solidFill>
                      <a:prstDash val="solid"/>
                    </a:lnT>
                    <a:lnB w="7200">
                      <a:solidFill>
                        <a:srgbClr val="808080"/>
                      </a:solidFill>
                      <a:prstDash val="solid"/>
                    </a:lnB>
                    <a:noFill/>
                  </a:tcPr>
                </a:tc>
                <a:tc>
                  <a:txBody>
                    <a:bodyPr lIns="36000" rIns="36000" anchor="t">
                      <a:noAutofit/>
                    </a:bodyPr>
                    <a:p>
                      <a:pPr>
                        <a:lnSpc>
                          <a:spcPct val="100000"/>
                        </a:lnSpc>
                      </a:pPr>
                      <a:r>
                        <a:rPr b="0" lang="en-US" sz="1600" strike="noStrike" u="none">
                          <a:solidFill>
                            <a:schemeClr val="lt1"/>
                          </a:solidFill>
                          <a:effectLst/>
                          <a:uFillTx/>
                          <a:latin typeface="Arial"/>
                        </a:rPr>
                        <a:t>5.75</a:t>
                      </a:r>
                      <a:endParaRPr b="0" lang="en-US" sz="1600" strike="noStrike" u="none">
                        <a:solidFill>
                          <a:srgbClr val="ffffff"/>
                        </a:solidFill>
                        <a:effectLst/>
                        <a:uFillTx/>
                        <a:latin typeface="Arial"/>
                      </a:endParaRPr>
                    </a:p>
                  </a:txBody>
                  <a:tcPr anchor="t" marL="36000" marR="36000">
                    <a:lnL w="7200">
                      <a:solidFill>
                        <a:srgbClr val="808080"/>
                      </a:solidFill>
                      <a:prstDash val="solid"/>
                    </a:lnL>
                    <a:lnR w="7200">
                      <a:solidFill>
                        <a:srgbClr val="808080"/>
                      </a:solidFill>
                      <a:prstDash val="solid"/>
                    </a:lnR>
                    <a:lnT w="7200">
                      <a:solidFill>
                        <a:srgbClr val="808080"/>
                      </a:solidFill>
                      <a:prstDash val="solid"/>
                    </a:lnT>
                    <a:lnB w="7200">
                      <a:solidFill>
                        <a:srgbClr val="808080"/>
                      </a:solidFill>
                      <a:prstDash val="solid"/>
                    </a:lnB>
                    <a:noFill/>
                  </a:tcPr>
                </a:tc>
                <a:tc>
                  <a:txBody>
                    <a:bodyPr lIns="36000" rIns="36000" anchor="t">
                      <a:noAutofit/>
                    </a:bodyPr>
                    <a:p>
                      <a:pPr>
                        <a:lnSpc>
                          <a:spcPct val="100000"/>
                        </a:lnSpc>
                      </a:pPr>
                      <a:r>
                        <a:rPr b="0" lang="en-US" sz="1600" strike="noStrike" u="none">
                          <a:solidFill>
                            <a:schemeClr val="lt1"/>
                          </a:solidFill>
                          <a:effectLst/>
                          <a:uFillTx/>
                          <a:latin typeface="Arial"/>
                        </a:rPr>
                        <a:t>6.375</a:t>
                      </a:r>
                      <a:endParaRPr b="0" lang="en-US" sz="1600" strike="noStrike" u="none">
                        <a:solidFill>
                          <a:srgbClr val="ffffff"/>
                        </a:solidFill>
                        <a:effectLst/>
                        <a:uFillTx/>
                        <a:latin typeface="Arial"/>
                      </a:endParaRPr>
                    </a:p>
                  </a:txBody>
                  <a:tcPr anchor="t" marL="36000" marR="36000">
                    <a:lnL w="7200">
                      <a:solidFill>
                        <a:srgbClr val="808080"/>
                      </a:solidFill>
                      <a:prstDash val="solid"/>
                    </a:lnL>
                    <a:lnR w="7200">
                      <a:solidFill>
                        <a:srgbClr val="808080"/>
                      </a:solidFill>
                      <a:prstDash val="solid"/>
                    </a:lnR>
                    <a:lnT w="7200">
                      <a:solidFill>
                        <a:srgbClr val="808080"/>
                      </a:solidFill>
                      <a:prstDash val="solid"/>
                    </a:lnT>
                    <a:lnB w="7200">
                      <a:solidFill>
                        <a:srgbClr val="808080"/>
                      </a:solidFill>
                      <a:prstDash val="solid"/>
                    </a:lnB>
                    <a:noFill/>
                  </a:tcPr>
                </a:tc>
                <a:tc>
                  <a:txBody>
                    <a:bodyPr lIns="36000" rIns="36000" anchor="t">
                      <a:noAutofit/>
                    </a:bodyPr>
                    <a:p>
                      <a:pPr>
                        <a:lnSpc>
                          <a:spcPct val="100000"/>
                        </a:lnSpc>
                      </a:pPr>
                      <a:r>
                        <a:rPr b="0" lang="en-US" sz="1600" strike="noStrike" u="none">
                          <a:solidFill>
                            <a:schemeClr val="lt1"/>
                          </a:solidFill>
                          <a:effectLst/>
                          <a:uFillTx/>
                          <a:latin typeface="Arial"/>
                        </a:rPr>
                        <a:t>5.92</a:t>
                      </a:r>
                      <a:endParaRPr b="0" lang="en-US" sz="1600" strike="noStrike" u="none">
                        <a:solidFill>
                          <a:srgbClr val="ffffff"/>
                        </a:solidFill>
                        <a:effectLst/>
                        <a:uFillTx/>
                        <a:latin typeface="Arial"/>
                      </a:endParaRPr>
                    </a:p>
                  </a:txBody>
                  <a:tcPr anchor="t" marL="36000" marR="36000">
                    <a:lnL w="7200">
                      <a:solidFill>
                        <a:srgbClr val="808080"/>
                      </a:solidFill>
                      <a:prstDash val="solid"/>
                    </a:lnL>
                    <a:lnR w="7200">
                      <a:solidFill>
                        <a:srgbClr val="808080"/>
                      </a:solidFill>
                      <a:prstDash val="solid"/>
                    </a:lnR>
                    <a:lnT w="7200">
                      <a:solidFill>
                        <a:srgbClr val="808080"/>
                      </a:solidFill>
                      <a:prstDash val="solid"/>
                    </a:lnT>
                    <a:lnB w="7200">
                      <a:solidFill>
                        <a:srgbClr val="808080"/>
                      </a:solidFill>
                      <a:prstDash val="solid"/>
                    </a:lnB>
                    <a:noFill/>
                  </a:tcPr>
                </a:tc>
                <a:tc>
                  <a:txBody>
                    <a:bodyPr lIns="36000" rIns="36000" anchor="t">
                      <a:noAutofit/>
                    </a:bodyPr>
                    <a:p>
                      <a:pPr>
                        <a:lnSpc>
                          <a:spcPct val="100000"/>
                        </a:lnSpc>
                      </a:pPr>
                      <a:r>
                        <a:rPr b="0" lang="en-US" sz="1600" strike="noStrike" u="none">
                          <a:solidFill>
                            <a:schemeClr val="accent4">
                              <a:lumMod val="75000"/>
                            </a:schemeClr>
                          </a:solidFill>
                          <a:effectLst/>
                          <a:uFillTx/>
                          <a:latin typeface="Arial"/>
                        </a:rPr>
                        <a:t>5.42</a:t>
                      </a:r>
                      <a:endParaRPr b="0" lang="en-US" sz="1600" strike="noStrike" u="none">
                        <a:solidFill>
                          <a:srgbClr val="ffffff"/>
                        </a:solidFill>
                        <a:effectLst/>
                        <a:uFillTx/>
                        <a:latin typeface="Arial"/>
                      </a:endParaRPr>
                    </a:p>
                  </a:txBody>
                  <a:tcPr anchor="t" marL="36000" marR="36000">
                    <a:lnL w="7200">
                      <a:solidFill>
                        <a:srgbClr val="808080"/>
                      </a:solidFill>
                      <a:prstDash val="solid"/>
                    </a:lnL>
                    <a:lnR w="7200">
                      <a:solidFill>
                        <a:srgbClr val="808080"/>
                      </a:solidFill>
                      <a:prstDash val="solid"/>
                    </a:lnR>
                    <a:lnT w="7200">
                      <a:solidFill>
                        <a:srgbClr val="808080"/>
                      </a:solidFill>
                      <a:prstDash val="solid"/>
                    </a:lnT>
                    <a:lnB w="7200">
                      <a:solidFill>
                        <a:srgbClr val="808080"/>
                      </a:solidFill>
                      <a:prstDash val="solid"/>
                    </a:lnB>
                    <a:noFill/>
                  </a:tcPr>
                </a:tc>
              </a:tr>
            </a:tbl>
          </a:graphicData>
        </a:graphic>
      </p:graphicFrame>
      <p:sp>
        <p:nvSpPr>
          <p:cNvPr id="113" name="PlaceHolder 5"/>
          <p:cNvSpPr/>
          <p:nvPr/>
        </p:nvSpPr>
        <p:spPr>
          <a:xfrm>
            <a:off x="397800" y="3429000"/>
            <a:ext cx="8515440" cy="1140840"/>
          </a:xfrm>
          <a:prstGeom prst="rect">
            <a:avLst/>
          </a:prstGeom>
          <a:noFill/>
          <a:ln w="0">
            <a:noFill/>
          </a:ln>
        </p:spPr>
        <p:style>
          <a:lnRef idx="0"/>
          <a:fillRef idx="0"/>
          <a:effectRef idx="0"/>
          <a:fontRef idx="minor"/>
        </p:style>
        <p:txBody>
          <a:bodyPr lIns="90000" rIns="90000" tIns="91440" bIns="91440" anchor="t">
            <a:normAutofit/>
          </a:bodyPr>
          <a:p>
            <a:pPr>
              <a:lnSpc>
                <a:spcPct val="115000"/>
              </a:lnSpc>
              <a:tabLst>
                <a:tab algn="l" pos="0"/>
              </a:tabLst>
            </a:pPr>
            <a:endParaRPr b="0" lang="en-US" sz="1400" strike="noStrike" u="none">
              <a:solidFill>
                <a:srgbClr val="ffffff"/>
              </a:solidFill>
              <a:effectLst/>
              <a:uFillTx/>
              <a:latin typeface="Arial"/>
            </a:endParaRPr>
          </a:p>
          <a:p>
            <a:pPr marL="457200">
              <a:lnSpc>
                <a:spcPct val="115000"/>
              </a:lnSpc>
              <a:spcBef>
                <a:spcPts val="1199"/>
              </a:spcBef>
              <a:spcAft>
                <a:spcPts val="1199"/>
              </a:spcAft>
              <a:tabLst>
                <a:tab algn="l" pos="0"/>
              </a:tabLst>
            </a:pPr>
            <a:endParaRPr b="0" lang="en-US" sz="1300" strike="noStrike" u="none">
              <a:solidFill>
                <a:srgbClr val="ffffff"/>
              </a:solidFill>
              <a:effectLst/>
              <a:uFillTx/>
              <a:latin typeface="Arial"/>
            </a:endParaRPr>
          </a:p>
        </p:txBody>
      </p:sp>
      <p:sp>
        <p:nvSpPr>
          <p:cNvPr id="114" name=""/>
          <p:cNvSpPr/>
          <p:nvPr/>
        </p:nvSpPr>
        <p:spPr>
          <a:xfrm>
            <a:off x="445680" y="2947320"/>
            <a:ext cx="8226720" cy="1972080"/>
          </a:xfrm>
          <a:prstGeom prst="rect">
            <a:avLst/>
          </a:prstGeom>
          <a:noFill/>
          <a:ln w="0">
            <a:solidFill>
              <a:srgbClr val="ffffff"/>
            </a:solidFill>
          </a:ln>
        </p:spPr>
        <p:style>
          <a:lnRef idx="0"/>
          <a:fillRef idx="0"/>
          <a:effectRef idx="0"/>
          <a:fontRef idx="minor"/>
        </p:style>
        <p:txBody>
          <a:bodyPr lIns="90000" rIns="90000" tIns="45000" bIns="45000" anchor="t">
            <a:noAutofit/>
          </a:bodyPr>
          <a:p>
            <a:pPr>
              <a:lnSpc>
                <a:spcPct val="100000"/>
              </a:lnSpc>
            </a:pPr>
            <a:r>
              <a:rPr b="1" lang="en-US" sz="1600" strike="noStrike" u="sng">
                <a:solidFill>
                  <a:srgbClr val="ffffff"/>
                </a:solidFill>
                <a:effectLst/>
                <a:uFillTx/>
                <a:latin typeface="Arial"/>
                <a:ea typeface="Arial"/>
              </a:rPr>
              <a:t>Momentum</a:t>
            </a:r>
            <a:r>
              <a:rPr b="0" lang="en-US" sz="1600" strike="noStrike" u="none">
                <a:solidFill>
                  <a:srgbClr val="ffffff"/>
                </a:solidFill>
                <a:effectLst/>
                <a:uFillTx/>
                <a:latin typeface="Arial"/>
                <a:ea typeface="Arial"/>
              </a:rPr>
              <a:t>: Welch: 0.005; Mann-Whitney U: 0.002</a:t>
            </a:r>
            <a:endParaRPr b="0" lang="en-US" sz="1600" strike="noStrike" u="none">
              <a:solidFill>
                <a:srgbClr val="ffffff"/>
              </a:solidFill>
              <a:effectLst/>
              <a:uFillTx/>
              <a:latin typeface="Arial"/>
            </a:endParaRPr>
          </a:p>
          <a:p>
            <a:pPr>
              <a:lnSpc>
                <a:spcPct val="100000"/>
              </a:lnSpc>
            </a:pPr>
            <a:endParaRPr b="0" lang="en-US" sz="1600" strike="noStrike" u="none">
              <a:solidFill>
                <a:srgbClr val="ffffff"/>
              </a:solidFill>
              <a:effectLst/>
              <a:uFillTx/>
              <a:latin typeface="Arial"/>
            </a:endParaRPr>
          </a:p>
          <a:p>
            <a:pPr>
              <a:lnSpc>
                <a:spcPct val="100000"/>
              </a:lnSpc>
            </a:pPr>
            <a:r>
              <a:rPr b="0" lang="en-US" sz="1200" strike="noStrike" u="none">
                <a:solidFill>
                  <a:srgbClr val="ffffff"/>
                </a:solidFill>
                <a:effectLst/>
                <a:uFillTx/>
                <a:latin typeface="Arial"/>
                <a:ea typeface="Arial"/>
              </a:rPr>
              <a:t>You are evaluating whether the sequence shows progress or gets stuck in loops.</a:t>
            </a:r>
            <a:endParaRPr b="0" lang="en-US" sz="1200" strike="noStrike" u="none">
              <a:solidFill>
                <a:srgbClr val="ffffff"/>
              </a:solidFill>
              <a:effectLst/>
              <a:uFillTx/>
              <a:latin typeface="Arial"/>
            </a:endParaRPr>
          </a:p>
          <a:p>
            <a:pPr>
              <a:lnSpc>
                <a:spcPct val="100000"/>
              </a:lnSpc>
            </a:pPr>
            <a:r>
              <a:rPr b="0" lang="en-US" sz="1200" strike="noStrike" u="none">
                <a:solidFill>
                  <a:srgbClr val="ffffff"/>
                </a:solidFill>
                <a:effectLst/>
                <a:uFillTx/>
                <a:latin typeface="Arial"/>
                <a:ea typeface="Arial"/>
              </a:rPr>
              <a:t>#SETTING{{$setting}}</a:t>
            </a:r>
            <a:endParaRPr b="0" lang="en-US" sz="1200" strike="noStrike" u="none">
              <a:solidFill>
                <a:srgbClr val="ffffff"/>
              </a:solidFill>
              <a:effectLst/>
              <a:uFillTx/>
              <a:latin typeface="Arial"/>
            </a:endParaRPr>
          </a:p>
          <a:p>
            <a:pPr>
              <a:lnSpc>
                <a:spcPct val="100000"/>
              </a:lnSpc>
            </a:pPr>
            <a:r>
              <a:rPr b="0" lang="en-US" sz="1200" strike="noStrike" u="none">
                <a:solidFill>
                  <a:srgbClr val="ffffff"/>
                </a:solidFill>
                <a:effectLst/>
                <a:uFillTx/>
                <a:latin typeface="Arial"/>
                <a:ea typeface="Arial"/>
              </a:rPr>
              <a:t>#DRIVES{{$drives}}</a:t>
            </a:r>
            <a:endParaRPr b="0" lang="en-US" sz="1200" strike="noStrike" u="none">
              <a:solidFill>
                <a:srgbClr val="ffffff"/>
              </a:solidFill>
              <a:effectLst/>
              <a:uFillTx/>
              <a:latin typeface="Arial"/>
            </a:endParaRPr>
          </a:p>
          <a:p>
            <a:pPr>
              <a:lnSpc>
                <a:spcPct val="100000"/>
              </a:lnSpc>
            </a:pPr>
            <a:r>
              <a:rPr b="0" lang="en-US" sz="1200" strike="noStrike" u="none">
                <a:solidFill>
                  <a:srgbClr val="ffffff"/>
                </a:solidFill>
                <a:effectLst/>
                <a:uFillTx/>
                <a:latin typeface="Arial"/>
                <a:ea typeface="Arial"/>
              </a:rPr>
              <a:t>#TRACE{{$trace}}</a:t>
            </a:r>
            <a:endParaRPr b="0" lang="en-US" sz="1200" strike="noStrike" u="none">
              <a:solidFill>
                <a:srgbClr val="ffffff"/>
              </a:solidFill>
              <a:effectLst/>
              <a:uFillTx/>
              <a:latin typeface="Arial"/>
            </a:endParaRPr>
          </a:p>
          <a:p>
            <a:pPr>
              <a:lnSpc>
                <a:spcPct val="100000"/>
              </a:lnSpc>
            </a:pPr>
            <a:r>
              <a:rPr b="0" lang="en-US" sz="1200" strike="noStrike" u="none">
                <a:solidFill>
                  <a:srgbClr val="ffffff"/>
                </a:solidFill>
                <a:effectLst/>
                <a:uFillTx/>
                <a:latin typeface="Arial"/>
                <a:ea typeface="Arial"/>
              </a:rPr>
              <a:t>Task:Identify whether the character repeatedly cycles through actions without advancing, or whether momentum toward larger goals is maintained.</a:t>
            </a:r>
            <a:endParaRPr b="0" lang="en-US" sz="1200" strike="noStrike" u="none">
              <a:solidFill>
                <a:srgbClr val="ffffff"/>
              </a:solidFill>
              <a:effectLst/>
              <a:uFillTx/>
              <a:latin typeface="Arial"/>
            </a:endParaRPr>
          </a:p>
          <a:p>
            <a:pPr>
              <a:lnSpc>
                <a:spcPct val="100000"/>
              </a:lnSpc>
            </a:pPr>
            <a:r>
              <a:rPr b="0" lang="en-US" sz="1200" strike="noStrike" u="none">
                <a:solidFill>
                  <a:srgbClr val="ffffff"/>
                </a:solidFill>
                <a:effectLst/>
                <a:uFillTx/>
                <a:latin typeface="Arial"/>
                <a:ea typeface="Arial"/>
              </a:rPr>
              <a:t>Scoring (1.0–7.0): 1 = little or no forward progress; 3 = some progress but substantial repetition; 5 = mostly forward momentum with occasional loops; 7 = steady progress with minimal or no looping</a:t>
            </a:r>
            <a:endParaRPr b="0" lang="en-US" sz="12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PlaceHolder 1"/>
          <p:cNvSpPr>
            <a:spLocks noGrp="1"/>
          </p:cNvSpPr>
          <p:nvPr>
            <p:ph type="title"/>
          </p:nvPr>
        </p:nvSpPr>
        <p:spPr>
          <a:xfrm>
            <a:off x="398160" y="120600"/>
            <a:ext cx="8515440" cy="623160"/>
          </a:xfrm>
          <a:prstGeom prst="rect">
            <a:avLst/>
          </a:prstGeom>
          <a:noFill/>
          <a:ln w="0">
            <a:noFill/>
          </a:ln>
        </p:spPr>
        <p:txBody>
          <a:bodyPr lIns="0" rIns="0" tIns="0" bIns="0" anchor="ctr">
            <a:noAutofit/>
          </a:bodyPr>
          <a:p>
            <a:pPr indent="0" algn="ctr">
              <a:lnSpc>
                <a:spcPct val="100000"/>
              </a:lnSpc>
              <a:buNone/>
              <a:tabLst>
                <a:tab algn="l" pos="0"/>
              </a:tabLst>
            </a:pPr>
            <a:r>
              <a:rPr b="1" i="1" lang="en-US" sz="2800" strike="noStrike" u="sng">
                <a:solidFill>
                  <a:srgbClr val="ffffff"/>
                </a:solidFill>
                <a:effectLst/>
                <a:uFillTx/>
                <a:latin typeface="Arial"/>
              </a:rPr>
              <a:t>Next Steps</a:t>
            </a:r>
            <a:endParaRPr b="0" lang="en-US" sz="2800" strike="noStrike" u="none">
              <a:solidFill>
                <a:srgbClr val="ffffff"/>
              </a:solidFill>
              <a:effectLst/>
              <a:uFillTx/>
              <a:latin typeface="Arial"/>
            </a:endParaRPr>
          </a:p>
        </p:txBody>
      </p:sp>
      <p:sp>
        <p:nvSpPr>
          <p:cNvPr id="116" name="PlaceHolder 2"/>
          <p:cNvSpPr>
            <a:spLocks noGrp="1"/>
          </p:cNvSpPr>
          <p:nvPr>
            <p:ph/>
          </p:nvPr>
        </p:nvSpPr>
        <p:spPr>
          <a:xfrm>
            <a:off x="768600" y="1071000"/>
            <a:ext cx="6399000" cy="3411360"/>
          </a:xfrm>
          <a:prstGeom prst="rect">
            <a:avLst/>
          </a:prstGeom>
          <a:noFill/>
          <a:ln w="0">
            <a:noFill/>
          </a:ln>
        </p:spPr>
        <p:txBody>
          <a:bodyPr lIns="0" rIns="0" tIns="0" bIns="0" anchor="t">
            <a:normAutofit fontScale="92500" lnSpcReduction="19999"/>
          </a:bodyPr>
          <a:p>
            <a:pPr marL="432000" indent="-324000">
              <a:lnSpc>
                <a:spcPct val="100000"/>
              </a:lnSpc>
              <a:spcBef>
                <a:spcPts val="1417"/>
              </a:spcBef>
              <a:buClr>
                <a:srgbClr val="ffffff"/>
              </a:buClr>
              <a:buSzPct val="45000"/>
              <a:buFont typeface="Wingdings" charset="2"/>
              <a:buChar char=""/>
            </a:pPr>
            <a:r>
              <a:rPr b="0" lang="en-US" sz="3200" strike="noStrike" u="none">
                <a:solidFill>
                  <a:srgbClr val="ffffff"/>
                </a:solidFill>
                <a:effectLst/>
                <a:uFillTx/>
                <a:latin typeface="Arial"/>
              </a:rPr>
              <a:t>Cognitive Architecture</a:t>
            </a:r>
            <a:endParaRPr b="0" lang="en-US" sz="3200" strike="noStrike" u="none">
              <a:solidFill>
                <a:srgbClr val="ffffff"/>
              </a:solidFill>
              <a:effectLst/>
              <a:uFillTx/>
              <a:latin typeface="Arial"/>
            </a:endParaRPr>
          </a:p>
          <a:p>
            <a:pPr marL="432000" indent="-324000">
              <a:lnSpc>
                <a:spcPct val="100000"/>
              </a:lnSpc>
              <a:spcBef>
                <a:spcPts val="1417"/>
              </a:spcBef>
              <a:buClr>
                <a:srgbClr val="ffffff"/>
              </a:buClr>
              <a:buSzPct val="45000"/>
              <a:buFont typeface="Wingdings" charset="2"/>
              <a:buChar char=""/>
            </a:pPr>
            <a:r>
              <a:rPr b="0" lang="en-US" sz="3200" strike="noStrike" u="none">
                <a:solidFill>
                  <a:srgbClr val="ffffff"/>
                </a:solidFill>
                <a:effectLst/>
                <a:uFillTx/>
                <a:latin typeface="Arial"/>
              </a:rPr>
              <a:t>Weaving temporal layers</a:t>
            </a:r>
            <a:endParaRPr b="0" lang="en-US" sz="3200" strike="noStrike" u="none">
              <a:solidFill>
                <a:srgbClr val="ffffff"/>
              </a:solidFill>
              <a:effectLst/>
              <a:uFillTx/>
              <a:latin typeface="Arial"/>
            </a:endParaRPr>
          </a:p>
          <a:p>
            <a:pPr marL="432000" indent="-324000">
              <a:lnSpc>
                <a:spcPct val="100000"/>
              </a:lnSpc>
              <a:spcBef>
                <a:spcPts val="1417"/>
              </a:spcBef>
              <a:buClr>
                <a:srgbClr val="ffffff"/>
              </a:buClr>
              <a:buSzPct val="45000"/>
              <a:buFont typeface="Wingdings" charset="2"/>
              <a:buChar char=""/>
            </a:pPr>
            <a:r>
              <a:rPr b="0" lang="en-US" sz="3200" strike="noStrike" u="none">
                <a:solidFill>
                  <a:srgbClr val="ffffff"/>
                </a:solidFill>
                <a:effectLst/>
                <a:uFillTx/>
                <a:latin typeface="Arial"/>
              </a:rPr>
              <a:t>Discourse </a:t>
            </a:r>
            <a:endParaRPr b="0" lang="en-US" sz="32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2800" strike="noStrike" u="none">
                <a:solidFill>
                  <a:srgbClr val="ffffff"/>
                </a:solidFill>
                <a:effectLst/>
                <a:uFillTx/>
                <a:latin typeface="Arial"/>
              </a:rPr>
              <a:t>Content</a:t>
            </a:r>
            <a:endParaRPr b="0" lang="en-US" sz="28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2800" strike="noStrike" u="none">
                <a:solidFill>
                  <a:srgbClr val="ffffff"/>
                </a:solidFill>
                <a:effectLst/>
                <a:uFillTx/>
                <a:latin typeface="Arial"/>
              </a:rPr>
              <a:t>Consequences</a:t>
            </a:r>
            <a:endParaRPr b="0" lang="en-US" sz="2800" strike="noStrike" u="none">
              <a:solidFill>
                <a:srgbClr val="ffffff"/>
              </a:solidFill>
              <a:effectLst/>
              <a:uFillTx/>
              <a:latin typeface="Arial"/>
            </a:endParaRPr>
          </a:p>
          <a:p>
            <a:pPr marL="432000" indent="-324000">
              <a:lnSpc>
                <a:spcPct val="100000"/>
              </a:lnSpc>
              <a:spcBef>
                <a:spcPts val="1417"/>
              </a:spcBef>
              <a:buClr>
                <a:srgbClr val="ffffff"/>
              </a:buClr>
              <a:buSzPct val="45000"/>
              <a:buFont typeface="Wingdings" charset="2"/>
              <a:buChar char=""/>
            </a:pPr>
            <a:r>
              <a:rPr b="0" lang="en-US" sz="3200" strike="noStrike" u="none">
                <a:solidFill>
                  <a:srgbClr val="ffffff"/>
                </a:solidFill>
                <a:effectLst/>
                <a:uFillTx/>
                <a:latin typeface="Arial"/>
              </a:rPr>
              <a:t>SLAM</a:t>
            </a:r>
            <a:endParaRPr b="0" lang="en-US" sz="3200" strike="noStrike" u="none">
              <a:solidFill>
                <a:srgbClr val="ffffff"/>
              </a:solidFill>
              <a:effectLst/>
              <a:uFillTx/>
              <a:latin typeface="Arial"/>
            </a:endParaRPr>
          </a:p>
          <a:p>
            <a:pPr marL="432000" indent="-324000">
              <a:lnSpc>
                <a:spcPct val="100000"/>
              </a:lnSpc>
              <a:spcBef>
                <a:spcPts val="1417"/>
              </a:spcBef>
              <a:buClr>
                <a:srgbClr val="ffffff"/>
              </a:buClr>
              <a:buSzPct val="45000"/>
              <a:buFont typeface="Wingdings" charset="2"/>
              <a:buChar char=""/>
            </a:pPr>
            <a:r>
              <a:rPr b="0" lang="en-US" sz="3200" strike="noStrike" u="none">
                <a:solidFill>
                  <a:srgbClr val="ffffff"/>
                </a:solidFill>
                <a:effectLst/>
                <a:uFillTx/>
                <a:latin typeface="Arial"/>
              </a:rPr>
              <a:t>Co-worker setting</a:t>
            </a:r>
            <a:endParaRPr b="0" lang="en-US" sz="32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PlaceHolder 1"/>
          <p:cNvSpPr>
            <a:spLocks noGrp="1"/>
          </p:cNvSpPr>
          <p:nvPr>
            <p:ph type="title"/>
          </p:nvPr>
        </p:nvSpPr>
        <p:spPr>
          <a:xfrm>
            <a:off x="311760" y="191880"/>
            <a:ext cx="8515440" cy="623160"/>
          </a:xfrm>
          <a:prstGeom prst="rect">
            <a:avLst/>
          </a:prstGeom>
          <a:noFill/>
          <a:ln w="0">
            <a:noFill/>
          </a:ln>
        </p:spPr>
        <p:txBody>
          <a:bodyPr lIns="0" rIns="0" tIns="0" bIns="0" anchor="ctr">
            <a:noAutofit/>
          </a:bodyPr>
          <a:p>
            <a:pPr indent="0" algn="ctr">
              <a:lnSpc>
                <a:spcPct val="100000"/>
              </a:lnSpc>
              <a:spcBef>
                <a:spcPts val="1417"/>
              </a:spcBef>
              <a:buNone/>
              <a:tabLst>
                <a:tab algn="l" pos="0"/>
              </a:tabLst>
            </a:pPr>
            <a:r>
              <a:rPr b="1" i="1" lang="en-US" sz="2800" strike="noStrike" u="sng">
                <a:solidFill>
                  <a:srgbClr val="ffffff"/>
                </a:solidFill>
                <a:effectLst/>
                <a:uFillTx/>
                <a:latin typeface="Arial"/>
              </a:rPr>
              <a:t>Applications</a:t>
            </a:r>
            <a:endParaRPr b="0" lang="en-US" sz="2800" strike="noStrike" u="none">
              <a:solidFill>
                <a:srgbClr val="ffffff"/>
              </a:solidFill>
              <a:effectLst/>
              <a:uFillTx/>
              <a:latin typeface="Arial"/>
            </a:endParaRPr>
          </a:p>
        </p:txBody>
      </p:sp>
      <p:sp>
        <p:nvSpPr>
          <p:cNvPr id="118" name="PlaceHolder 2"/>
          <p:cNvSpPr>
            <a:spLocks noGrp="1"/>
          </p:cNvSpPr>
          <p:nvPr>
            <p:ph/>
          </p:nvPr>
        </p:nvSpPr>
        <p:spPr>
          <a:xfrm>
            <a:off x="1143000" y="1600200"/>
            <a:ext cx="7458840" cy="2503440"/>
          </a:xfrm>
          <a:prstGeom prst="rect">
            <a:avLst/>
          </a:prstGeom>
          <a:noFill/>
          <a:ln w="0">
            <a:noFill/>
          </a:ln>
        </p:spPr>
        <p:txBody>
          <a:bodyPr lIns="0" rIns="0" tIns="0" bIns="0" anchor="t">
            <a:normAutofit/>
          </a:bodyPr>
          <a:p>
            <a:pPr marL="432000" indent="-324000">
              <a:lnSpc>
                <a:spcPct val="100000"/>
              </a:lnSpc>
              <a:spcBef>
                <a:spcPts val="1417"/>
              </a:spcBef>
              <a:buClr>
                <a:srgbClr val="ffffff"/>
              </a:buClr>
              <a:buSzPct val="45000"/>
              <a:buFont typeface="Wingdings" charset="2"/>
              <a:buChar char=""/>
            </a:pPr>
            <a:r>
              <a:rPr b="0" lang="en-US" sz="2800" strike="noStrike" u="none">
                <a:solidFill>
                  <a:srgbClr val="ffffff"/>
                </a:solidFill>
                <a:effectLst/>
                <a:uFillTx/>
                <a:latin typeface="Arial"/>
              </a:rPr>
              <a:t>Assistant</a:t>
            </a:r>
            <a:endParaRPr b="0" lang="en-US" sz="2800" strike="noStrike" u="none">
              <a:solidFill>
                <a:srgbClr val="ffffff"/>
              </a:solidFill>
              <a:effectLst/>
              <a:uFillTx/>
              <a:latin typeface="Arial"/>
            </a:endParaRPr>
          </a:p>
          <a:p>
            <a:pPr marL="432000" indent="-324000">
              <a:lnSpc>
                <a:spcPct val="100000"/>
              </a:lnSpc>
              <a:spcBef>
                <a:spcPts val="1417"/>
              </a:spcBef>
              <a:buClr>
                <a:srgbClr val="ffffff"/>
              </a:buClr>
              <a:buSzPct val="45000"/>
              <a:buFont typeface="Wingdings" charset="2"/>
              <a:buChar char=""/>
            </a:pPr>
            <a:r>
              <a:rPr b="0" lang="en-US" sz="2800" strike="noStrike" u="none">
                <a:solidFill>
                  <a:srgbClr val="ffffff"/>
                </a:solidFill>
                <a:effectLst/>
                <a:uFillTx/>
                <a:latin typeface="Arial"/>
              </a:rPr>
              <a:t>Co-Worker</a:t>
            </a:r>
            <a:endParaRPr b="0" lang="en-US" sz="2800" strike="noStrike" u="none">
              <a:solidFill>
                <a:srgbClr val="ffffff"/>
              </a:solidFill>
              <a:effectLst/>
              <a:uFillTx/>
              <a:latin typeface="Arial"/>
            </a:endParaRPr>
          </a:p>
          <a:p>
            <a:pPr marL="432000" indent="-324000">
              <a:lnSpc>
                <a:spcPct val="100000"/>
              </a:lnSpc>
              <a:spcBef>
                <a:spcPts val="1417"/>
              </a:spcBef>
              <a:buClr>
                <a:srgbClr val="ffffff"/>
              </a:buClr>
              <a:buSzPct val="45000"/>
              <a:buFont typeface="Wingdings" charset="2"/>
              <a:buChar char=""/>
            </a:pPr>
            <a:r>
              <a:rPr b="0" lang="en-US" sz="2800" strike="noStrike" u="none">
                <a:solidFill>
                  <a:srgbClr val="ffffff"/>
                </a:solidFill>
                <a:effectLst/>
                <a:uFillTx/>
                <a:latin typeface="Arial"/>
              </a:rPr>
              <a:t>A new meaning for ‘Job Description’?</a:t>
            </a:r>
            <a:endParaRPr b="0" lang="en-US" sz="2800" strike="noStrike" u="none">
              <a:solidFill>
                <a:srgbClr val="ffffff"/>
              </a:solidFill>
              <a:effectLst/>
              <a:uFillTx/>
              <a:latin typeface="Arial"/>
            </a:endParaRPr>
          </a:p>
          <a:p>
            <a:pPr marL="432000" indent="0">
              <a:lnSpc>
                <a:spcPct val="100000"/>
              </a:lnSpc>
              <a:spcBef>
                <a:spcPts val="1417"/>
              </a:spcBef>
              <a:buNone/>
              <a:tabLst>
                <a:tab algn="l" pos="0"/>
              </a:tabLst>
            </a:pPr>
            <a:endParaRPr b="0" lang="en-US" sz="32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PlaceHolder 1"/>
          <p:cNvSpPr>
            <a:spLocks noGrp="1"/>
          </p:cNvSpPr>
          <p:nvPr>
            <p:ph type="title"/>
          </p:nvPr>
        </p:nvSpPr>
        <p:spPr>
          <a:xfrm>
            <a:off x="311760" y="155880"/>
            <a:ext cx="8515440" cy="623160"/>
          </a:xfrm>
          <a:prstGeom prst="rect">
            <a:avLst/>
          </a:prstGeom>
          <a:noFill/>
          <a:ln w="0">
            <a:noFill/>
          </a:ln>
        </p:spPr>
        <p:txBody>
          <a:bodyPr lIns="0" rIns="0" tIns="0" bIns="0" anchor="ctr">
            <a:noAutofit/>
          </a:bodyPr>
          <a:p>
            <a:pPr indent="0" algn="ctr">
              <a:lnSpc>
                <a:spcPct val="100000"/>
              </a:lnSpc>
              <a:buNone/>
              <a:tabLst>
                <a:tab algn="l" pos="0"/>
              </a:tabLst>
            </a:pPr>
            <a:r>
              <a:rPr b="1" i="1" lang="en-US" sz="2800" strike="noStrike" u="sng">
                <a:solidFill>
                  <a:srgbClr val="ffffff"/>
                </a:solidFill>
                <a:effectLst/>
                <a:uFillTx/>
                <a:latin typeface="Arial"/>
              </a:rPr>
              <a:t>Summary</a:t>
            </a:r>
            <a:endParaRPr b="0" lang="en-US" sz="2800" strike="noStrike" u="none">
              <a:solidFill>
                <a:srgbClr val="ffffff"/>
              </a:solidFill>
              <a:effectLst/>
              <a:uFillTx/>
              <a:latin typeface="Arial"/>
            </a:endParaRPr>
          </a:p>
        </p:txBody>
      </p:sp>
      <p:sp>
        <p:nvSpPr>
          <p:cNvPr id="120" name="PlaceHolder 2"/>
          <p:cNvSpPr>
            <a:spLocks noGrp="1"/>
          </p:cNvSpPr>
          <p:nvPr>
            <p:ph/>
          </p:nvPr>
        </p:nvSpPr>
        <p:spPr>
          <a:xfrm>
            <a:off x="851760" y="1189080"/>
            <a:ext cx="7399440" cy="3381840"/>
          </a:xfrm>
          <a:prstGeom prst="rect">
            <a:avLst/>
          </a:prstGeom>
          <a:noFill/>
          <a:ln w="0">
            <a:noFill/>
          </a:ln>
        </p:spPr>
        <p:txBody>
          <a:bodyPr lIns="0" rIns="0" tIns="0" bIns="0" anchor="t">
            <a:normAutofit/>
          </a:bodyPr>
          <a:p>
            <a:pPr marL="432000" indent="-324000">
              <a:lnSpc>
                <a:spcPct val="100000"/>
              </a:lnSpc>
              <a:spcBef>
                <a:spcPts val="1417"/>
              </a:spcBef>
              <a:buClr>
                <a:srgbClr val="ffffff"/>
              </a:buClr>
              <a:buSzPct val="45000"/>
              <a:buFont typeface="Wingdings" charset="2"/>
              <a:buChar char=""/>
            </a:pPr>
            <a:r>
              <a:rPr b="0" lang="en-US" sz="1800" strike="noStrike" u="none">
                <a:solidFill>
                  <a:srgbClr val="ffffff"/>
                </a:solidFill>
                <a:effectLst/>
                <a:uFillTx/>
                <a:latin typeface="Arial"/>
              </a:rPr>
              <a:t>LLMs have trained on terrabytes of text about natural and near-natural environments.</a:t>
            </a:r>
            <a:endParaRPr b="0" lang="en-US" sz="1800" strike="noStrike" u="none">
              <a:solidFill>
                <a:srgbClr val="ffffff"/>
              </a:solidFill>
              <a:effectLst/>
              <a:uFillTx/>
              <a:latin typeface="Arial"/>
            </a:endParaRPr>
          </a:p>
          <a:p>
            <a:pPr marL="432000" indent="-324000">
              <a:lnSpc>
                <a:spcPct val="100000"/>
              </a:lnSpc>
              <a:spcBef>
                <a:spcPts val="1417"/>
              </a:spcBef>
              <a:buClr>
                <a:srgbClr val="ffffff"/>
              </a:buClr>
              <a:buSzPct val="45000"/>
              <a:buFont typeface="Wingdings" charset="2"/>
              <a:buChar char=""/>
            </a:pPr>
            <a:r>
              <a:rPr b="0" lang="en-US" sz="1800" strike="noStrike" u="none">
                <a:solidFill>
                  <a:srgbClr val="ffffff"/>
                </a:solidFill>
                <a:effectLst/>
                <a:uFillTx/>
                <a:latin typeface="Arial"/>
              </a:rPr>
              <a:t>They ‘know’ </a:t>
            </a:r>
            <a:r>
              <a:rPr b="0" i="1" lang="en-US" sz="1800" strike="noStrike" u="none">
                <a:solidFill>
                  <a:srgbClr val="ffffff"/>
                </a:solidFill>
                <a:effectLst/>
                <a:uFillTx/>
                <a:latin typeface="Arial"/>
              </a:rPr>
              <a:t>facts</a:t>
            </a:r>
            <a:r>
              <a:rPr b="0" lang="en-US" sz="1800" strike="noStrike" u="none">
                <a:solidFill>
                  <a:srgbClr val="ffffff"/>
                </a:solidFill>
                <a:effectLst/>
                <a:uFillTx/>
                <a:latin typeface="Arial"/>
              </a:rPr>
              <a:t> and </a:t>
            </a:r>
            <a:r>
              <a:rPr b="0" i="1" lang="en-US" sz="1800" strike="noStrike" u="none">
                <a:solidFill>
                  <a:srgbClr val="ffffff"/>
                </a:solidFill>
                <a:effectLst/>
                <a:uFillTx/>
                <a:latin typeface="Arial"/>
              </a:rPr>
              <a:t>methods</a:t>
            </a:r>
            <a:r>
              <a:rPr b="0" lang="en-US" sz="1800" strike="noStrike" u="none">
                <a:solidFill>
                  <a:srgbClr val="ffffff"/>
                </a:solidFill>
                <a:effectLst/>
                <a:uFillTx/>
                <a:latin typeface="Arial"/>
              </a:rPr>
              <a:t> for handling hard problems in NNEs</a:t>
            </a:r>
            <a:endParaRPr b="0" lang="en-US" sz="1800" strike="noStrike" u="none">
              <a:solidFill>
                <a:srgbClr val="ffffff"/>
              </a:solidFill>
              <a:effectLst/>
              <a:uFillTx/>
              <a:latin typeface="Arial"/>
            </a:endParaRPr>
          </a:p>
          <a:p>
            <a:pPr marL="432000" indent="-324000">
              <a:lnSpc>
                <a:spcPct val="100000"/>
              </a:lnSpc>
              <a:spcBef>
                <a:spcPts val="1417"/>
              </a:spcBef>
              <a:buClr>
                <a:srgbClr val="ffffff"/>
              </a:buClr>
              <a:buSzPct val="45000"/>
              <a:buFont typeface="Wingdings" charset="2"/>
              <a:buChar char=""/>
            </a:pPr>
            <a:r>
              <a:rPr b="0" lang="en-US" sz="1800" strike="noStrike" u="none">
                <a:solidFill>
                  <a:srgbClr val="ffffff"/>
                </a:solidFill>
                <a:effectLst/>
                <a:uFillTx/>
                <a:latin typeface="Arial"/>
              </a:rPr>
              <a:t>Training corpus includes </a:t>
            </a:r>
            <a:r>
              <a:rPr b="0" i="1" lang="en-US" sz="1800" strike="noStrike" u="none">
                <a:solidFill>
                  <a:srgbClr val="ffffff"/>
                </a:solidFill>
                <a:effectLst/>
                <a:uFillTx/>
                <a:latin typeface="Arial"/>
              </a:rPr>
              <a:t>reflection</a:t>
            </a:r>
            <a:r>
              <a:rPr b="0" lang="en-US" sz="1800" strike="noStrike" u="none">
                <a:solidFill>
                  <a:srgbClr val="ffffff"/>
                </a:solidFill>
                <a:effectLst/>
                <a:uFillTx/>
                <a:latin typeface="Arial"/>
              </a:rPr>
              <a:t> on domain performance.</a:t>
            </a:r>
            <a:endParaRPr b="0" lang="en-US" sz="1800" strike="noStrike" u="none">
              <a:solidFill>
                <a:srgbClr val="ffffff"/>
              </a:solidFill>
              <a:effectLst/>
              <a:uFillTx/>
              <a:latin typeface="Arial"/>
            </a:endParaRPr>
          </a:p>
          <a:p>
            <a:pPr marL="432000" indent="-324000">
              <a:lnSpc>
                <a:spcPct val="100000"/>
              </a:lnSpc>
              <a:spcBef>
                <a:spcPts val="1417"/>
              </a:spcBef>
              <a:buClr>
                <a:srgbClr val="ffffff"/>
              </a:buClr>
              <a:buSzPct val="45000"/>
              <a:buFont typeface="Wingdings" charset="2"/>
              <a:buChar char=""/>
            </a:pPr>
            <a:r>
              <a:rPr b="0" lang="en-US" sz="1800" strike="noStrike" u="none">
                <a:solidFill>
                  <a:srgbClr val="ffffff"/>
                </a:solidFill>
                <a:effectLst/>
                <a:uFillTx/>
                <a:latin typeface="Arial"/>
              </a:rPr>
              <a:t>We can improve long-term performance through ontology-alignment</a:t>
            </a:r>
            <a:endParaRPr b="0" lang="en-US" sz="1800" strike="noStrike" u="none">
              <a:solidFill>
                <a:srgbClr val="ffffff"/>
              </a:solidFill>
              <a:effectLst/>
              <a:uFillTx/>
              <a:latin typeface="Arial"/>
            </a:endParaRPr>
          </a:p>
          <a:p>
            <a:pPr marL="432000" indent="-324000">
              <a:lnSpc>
                <a:spcPct val="100000"/>
              </a:lnSpc>
              <a:spcBef>
                <a:spcPts val="1417"/>
              </a:spcBef>
              <a:buClr>
                <a:srgbClr val="ffffff"/>
              </a:buClr>
              <a:buSzPct val="45000"/>
              <a:buFont typeface="Wingdings" charset="2"/>
              <a:buChar char=""/>
            </a:pPr>
            <a:r>
              <a:rPr b="0" lang="en-US" sz="1800" strike="noStrike" u="none">
                <a:solidFill>
                  <a:srgbClr val="ffffff"/>
                </a:solidFill>
                <a:effectLst/>
                <a:uFillTx/>
                <a:latin typeface="Arial"/>
              </a:rPr>
              <a:t>But – Do corpuses cover </a:t>
            </a:r>
            <a:r>
              <a:rPr b="0" i="1" lang="en-US" sz="1800" strike="noStrike" u="none">
                <a:solidFill>
                  <a:srgbClr val="ffffff"/>
                </a:solidFill>
                <a:effectLst/>
                <a:uFillTx/>
                <a:latin typeface="Arial"/>
              </a:rPr>
              <a:t>everything, </a:t>
            </a:r>
            <a:r>
              <a:rPr b="0" lang="en-US" sz="1800" strike="noStrike" u="none">
                <a:solidFill>
                  <a:srgbClr val="ffffff"/>
                </a:solidFill>
                <a:effectLst/>
                <a:uFillTx/>
                <a:latin typeface="Arial"/>
              </a:rPr>
              <a:t>or are important details omitted?</a:t>
            </a:r>
            <a:endParaRPr b="0" lang="en-US" sz="1800" strike="noStrike" u="none">
              <a:solidFill>
                <a:srgbClr val="ffffff"/>
              </a:solidFill>
              <a:effectLst/>
              <a:uFillTx/>
              <a:latin typeface="Arial"/>
            </a:endParaRPr>
          </a:p>
          <a:p>
            <a:pPr lvl="1" marL="864000" indent="-324000">
              <a:lnSpc>
                <a:spcPct val="100000"/>
              </a:lnSpc>
              <a:spcBef>
                <a:spcPts val="289"/>
              </a:spcBef>
              <a:buClr>
                <a:srgbClr val="ffffff"/>
              </a:buClr>
              <a:buSzPct val="75000"/>
              <a:buFont typeface="Symbol" charset="2"/>
              <a:buChar char=""/>
            </a:pPr>
            <a:r>
              <a:rPr b="0" lang="en-US" sz="1800" strike="noStrike" u="none">
                <a:solidFill>
                  <a:srgbClr val="ffffff"/>
                </a:solidFill>
                <a:effectLst/>
                <a:uFillTx/>
                <a:latin typeface="Arial"/>
              </a:rPr>
              <a:t>Have you read Proust or Joyce or Wolf? </a:t>
            </a:r>
            <a:endParaRPr b="0" lang="en-US" sz="1800" strike="noStrike" u="none">
              <a:solidFill>
                <a:srgbClr val="ffffff"/>
              </a:solidFill>
              <a:effectLst/>
              <a:uFillTx/>
              <a:latin typeface="Arial"/>
            </a:endParaRPr>
          </a:p>
          <a:p>
            <a:pPr marL="864000" indent="0">
              <a:lnSpc>
                <a:spcPct val="100000"/>
              </a:lnSpc>
              <a:spcBef>
                <a:spcPts val="1134"/>
              </a:spcBef>
              <a:buNone/>
              <a:tabLst>
                <a:tab algn="l" pos="0"/>
              </a:tabLst>
            </a:pPr>
            <a:r>
              <a:rPr b="0" lang="en-US" sz="1800" strike="noStrike" u="none">
                <a:solidFill>
                  <a:srgbClr val="ffffff"/>
                </a:solidFill>
                <a:effectLst/>
                <a:uFillTx/>
                <a:latin typeface="Arial"/>
              </a:rPr>
              <a:t> </a:t>
            </a:r>
            <a:endParaRPr b="0" lang="en-US"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PlaceHolder 1"/>
          <p:cNvSpPr>
            <a:spLocks noGrp="1"/>
          </p:cNvSpPr>
          <p:nvPr>
            <p:ph type="title"/>
          </p:nvPr>
        </p:nvSpPr>
        <p:spPr>
          <a:xfrm>
            <a:off x="397800" y="1889280"/>
            <a:ext cx="8515440" cy="623160"/>
          </a:xfrm>
          <a:prstGeom prst="rect">
            <a:avLst/>
          </a:prstGeom>
          <a:noFill/>
          <a:ln w="0">
            <a:noFill/>
          </a:ln>
        </p:spPr>
        <p:txBody>
          <a:bodyPr lIns="0" rIns="0" tIns="0" bIns="0" anchor="ctr">
            <a:noAutofit/>
          </a:bodyPr>
          <a:p>
            <a:pPr indent="0" algn="ctr">
              <a:lnSpc>
                <a:spcPct val="100000"/>
              </a:lnSpc>
              <a:buNone/>
              <a:tabLst>
                <a:tab algn="l" pos="0"/>
              </a:tabLst>
            </a:pPr>
            <a:r>
              <a:rPr b="1" i="1" lang="en-US" sz="4400" strike="noStrike" u="none">
                <a:solidFill>
                  <a:srgbClr val="ffffff"/>
                </a:solidFill>
                <a:effectLst/>
                <a:uFillTx/>
                <a:latin typeface="Arial"/>
              </a:rPr>
              <a:t>Reflection</a:t>
            </a:r>
            <a:endParaRPr b="0" lang="en-US" sz="4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PlaceHolder 1"/>
          <p:cNvSpPr>
            <a:spLocks noGrp="1"/>
          </p:cNvSpPr>
          <p:nvPr>
            <p:ph type="title"/>
          </p:nvPr>
        </p:nvSpPr>
        <p:spPr>
          <a:xfrm>
            <a:off x="311760" y="155880"/>
            <a:ext cx="8515440" cy="623160"/>
          </a:xfrm>
          <a:prstGeom prst="rect">
            <a:avLst/>
          </a:prstGeom>
          <a:noFill/>
          <a:ln w="0">
            <a:noFill/>
          </a:ln>
        </p:spPr>
        <p:txBody>
          <a:bodyPr lIns="0" rIns="0" tIns="0" bIns="0" anchor="ctr">
            <a:noAutofit/>
          </a:bodyPr>
          <a:p>
            <a:pPr indent="0" algn="ctr">
              <a:lnSpc>
                <a:spcPct val="100000"/>
              </a:lnSpc>
              <a:buNone/>
              <a:tabLst>
                <a:tab algn="l" pos="0"/>
              </a:tabLst>
            </a:pPr>
            <a:r>
              <a:rPr b="1" i="1" lang="en-US" sz="2800" strike="noStrike" u="sng">
                <a:solidFill>
                  <a:srgbClr val="ffffff"/>
                </a:solidFill>
                <a:effectLst/>
                <a:uFillTx/>
                <a:latin typeface="Arial"/>
              </a:rPr>
              <a:t>LLM Reflective Update of Declarative Policies</a:t>
            </a:r>
            <a:r>
              <a:rPr b="0" lang="en-US" sz="4400" strike="noStrike" u="sng">
                <a:solidFill>
                  <a:srgbClr val="ffffff"/>
                </a:solidFill>
                <a:effectLst/>
                <a:uFillTx/>
                <a:latin typeface="Arial"/>
              </a:rPr>
              <a:t> </a:t>
            </a:r>
            <a:endParaRPr b="0" lang="en-US" sz="4400" strike="noStrike" u="none">
              <a:solidFill>
                <a:srgbClr val="ffffff"/>
              </a:solidFill>
              <a:effectLst/>
              <a:uFillTx/>
              <a:latin typeface="Arial"/>
            </a:endParaRPr>
          </a:p>
        </p:txBody>
      </p:sp>
      <p:sp>
        <p:nvSpPr>
          <p:cNvPr id="123" name="PlaceHolder 2"/>
          <p:cNvSpPr>
            <a:spLocks noGrp="1"/>
          </p:cNvSpPr>
          <p:nvPr>
            <p:ph/>
          </p:nvPr>
        </p:nvSpPr>
        <p:spPr>
          <a:xfrm>
            <a:off x="1607760" y="1152360"/>
            <a:ext cx="6315480" cy="3411360"/>
          </a:xfrm>
          <a:prstGeom prst="rect">
            <a:avLst/>
          </a:prstGeom>
          <a:noFill/>
          <a:ln w="0">
            <a:noFill/>
          </a:ln>
        </p:spPr>
        <p:txBody>
          <a:bodyPr lIns="0" rIns="0" tIns="0" bIns="0" anchor="t">
            <a:normAutofit fontScale="55000" lnSpcReduction="19999"/>
          </a:bodyPr>
          <a:p>
            <a:pPr marL="432000" indent="-324000">
              <a:lnSpc>
                <a:spcPct val="100000"/>
              </a:lnSpc>
              <a:spcBef>
                <a:spcPts val="1417"/>
              </a:spcBef>
              <a:buClr>
                <a:srgbClr val="ffffff"/>
              </a:buClr>
              <a:buSzPct val="45000"/>
              <a:buFont typeface="Wingdings" charset="2"/>
              <a:buChar char=""/>
            </a:pPr>
            <a:r>
              <a:rPr b="0" lang="en-US" sz="3200" strike="noStrike" u="none">
                <a:solidFill>
                  <a:srgbClr val="ffffff"/>
                </a:solidFill>
                <a:effectLst/>
                <a:uFillTx/>
                <a:latin typeface="Arial"/>
              </a:rPr>
              <a:t>LLMs ‘know’ ontology and phronesis.</a:t>
            </a:r>
            <a:endParaRPr b="0" lang="en-US" sz="3200" strike="noStrike" u="none">
              <a:solidFill>
                <a:srgbClr val="ffffff"/>
              </a:solidFill>
              <a:effectLst/>
              <a:uFillTx/>
              <a:latin typeface="Arial"/>
            </a:endParaRPr>
          </a:p>
          <a:p>
            <a:pPr marL="432000" indent="-324000">
              <a:lnSpc>
                <a:spcPct val="100000"/>
              </a:lnSpc>
              <a:spcBef>
                <a:spcPts val="1417"/>
              </a:spcBef>
              <a:buClr>
                <a:srgbClr val="ffffff"/>
              </a:buClr>
              <a:buSzPct val="45000"/>
              <a:buFont typeface="Wingdings" charset="2"/>
              <a:buChar char=""/>
            </a:pPr>
            <a:r>
              <a:rPr b="0" lang="en-US" sz="3200" strike="noStrike" u="none">
                <a:solidFill>
                  <a:srgbClr val="ffffff"/>
                </a:solidFill>
                <a:effectLst/>
                <a:uFillTx/>
                <a:latin typeface="Arial"/>
              </a:rPr>
              <a:t>Much text is also about reflection and learning!</a:t>
            </a:r>
            <a:endParaRPr b="0" lang="en-US" sz="3200" strike="noStrike" u="none">
              <a:solidFill>
                <a:srgbClr val="ffffff"/>
              </a:solidFill>
              <a:effectLst/>
              <a:uFillTx/>
              <a:latin typeface="Arial"/>
            </a:endParaRPr>
          </a:p>
          <a:p>
            <a:pPr marL="432000" indent="-324000">
              <a:lnSpc>
                <a:spcPct val="100000"/>
              </a:lnSpc>
              <a:spcBef>
                <a:spcPts val="1417"/>
              </a:spcBef>
              <a:buClr>
                <a:srgbClr val="ffffff"/>
              </a:buClr>
              <a:buSzPct val="45000"/>
              <a:buFont typeface="Wingdings" charset="2"/>
              <a:buChar char=""/>
            </a:pPr>
            <a:r>
              <a:rPr b="0" lang="en-US" sz="3200" strike="noStrike" u="none">
                <a:solidFill>
                  <a:srgbClr val="ffffff"/>
                </a:solidFill>
                <a:effectLst/>
                <a:uFillTx/>
                <a:latin typeface="Arial"/>
              </a:rPr>
              <a:t>Very very early sketch</a:t>
            </a:r>
            <a:endParaRPr b="0" lang="en-US" sz="32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2200" strike="noStrike" u="none">
                <a:solidFill>
                  <a:srgbClr val="ffffff"/>
                </a:solidFill>
                <a:effectLst/>
                <a:uFillTx/>
                <a:latin typeface="Arial"/>
              </a:rPr>
              <a:t>No ontology alignment or goal-rewriting, planner template only!</a:t>
            </a:r>
            <a:endParaRPr b="0" lang="en-US" sz="2200" strike="noStrike" u="none">
              <a:solidFill>
                <a:srgbClr val="ffffff"/>
              </a:solidFill>
              <a:effectLst/>
              <a:uFillTx/>
              <a:latin typeface="Arial"/>
            </a:endParaRPr>
          </a:p>
          <a:p>
            <a:pPr marL="432000" indent="-324000">
              <a:lnSpc>
                <a:spcPct val="100000"/>
              </a:lnSpc>
              <a:spcBef>
                <a:spcPts val="1417"/>
              </a:spcBef>
              <a:buClr>
                <a:srgbClr val="ffffff"/>
              </a:buClr>
              <a:buSzPct val="45000"/>
              <a:buFont typeface="Wingdings" charset="2"/>
              <a:buChar char=""/>
            </a:pPr>
            <a:r>
              <a:rPr b="0" lang="en-US" sz="3200" strike="noStrike" u="none">
                <a:solidFill>
                  <a:srgbClr val="ffffff"/>
                </a:solidFill>
                <a:effectLst/>
                <a:uFillTx/>
                <a:latin typeface="Arial"/>
              </a:rPr>
              <a:t>Instrumentation</a:t>
            </a:r>
            <a:endParaRPr b="0" lang="en-US" sz="32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2200" strike="noStrike" u="none">
                <a:solidFill>
                  <a:srgbClr val="ffffff"/>
                </a:solidFill>
                <a:effectLst/>
                <a:uFillTx/>
                <a:latin typeface="Arial"/>
              </a:rPr>
              <a:t>Collection, including post-plan post-mortem analysis</a:t>
            </a:r>
            <a:endParaRPr b="0" lang="en-US" sz="2200" strike="noStrike" u="none">
              <a:solidFill>
                <a:srgbClr val="ffffff"/>
              </a:solidFill>
              <a:effectLst/>
              <a:uFillTx/>
              <a:latin typeface="Arial"/>
            </a:endParaRPr>
          </a:p>
          <a:p>
            <a:pPr marL="432000" indent="-324000">
              <a:lnSpc>
                <a:spcPct val="100000"/>
              </a:lnSpc>
              <a:spcBef>
                <a:spcPts val="1417"/>
              </a:spcBef>
              <a:buClr>
                <a:srgbClr val="ffffff"/>
              </a:buClr>
              <a:buSzPct val="45000"/>
              <a:buFont typeface="Wingdings" charset="2"/>
              <a:buChar char=""/>
            </a:pPr>
            <a:r>
              <a:rPr b="0" lang="en-US" sz="3200" strike="noStrike" u="none">
                <a:solidFill>
                  <a:srgbClr val="ffffff"/>
                </a:solidFill>
                <a:effectLst/>
                <a:uFillTx/>
                <a:latin typeface="Arial"/>
              </a:rPr>
              <a:t>Analysis</a:t>
            </a:r>
            <a:endParaRPr b="0" lang="en-US" sz="3200" strike="noStrike" u="none">
              <a:solidFill>
                <a:srgbClr val="ffffff"/>
              </a:solidFill>
              <a:effectLst/>
              <a:uFillTx/>
              <a:latin typeface="Arial"/>
            </a:endParaRPr>
          </a:p>
          <a:p>
            <a:pPr marL="432000" indent="-324000">
              <a:lnSpc>
                <a:spcPct val="100000"/>
              </a:lnSpc>
              <a:spcBef>
                <a:spcPts val="1417"/>
              </a:spcBef>
              <a:buClr>
                <a:srgbClr val="ffffff"/>
              </a:buClr>
              <a:buSzPct val="45000"/>
              <a:buFont typeface="Wingdings" charset="2"/>
              <a:buChar char=""/>
            </a:pPr>
            <a:r>
              <a:rPr b="0" lang="en-US" sz="3200" strike="noStrike" u="none">
                <a:solidFill>
                  <a:srgbClr val="ffffff"/>
                </a:solidFill>
                <a:effectLst/>
                <a:uFillTx/>
                <a:latin typeface="Arial"/>
              </a:rPr>
              <a:t>Clustering</a:t>
            </a:r>
            <a:endParaRPr b="0" lang="en-US" sz="3200" strike="noStrike" u="none">
              <a:solidFill>
                <a:srgbClr val="ffffff"/>
              </a:solidFill>
              <a:effectLst/>
              <a:uFillTx/>
              <a:latin typeface="Arial"/>
            </a:endParaRPr>
          </a:p>
          <a:p>
            <a:pPr marL="432000" indent="-324000">
              <a:lnSpc>
                <a:spcPct val="100000"/>
              </a:lnSpc>
              <a:spcBef>
                <a:spcPts val="1417"/>
              </a:spcBef>
              <a:buClr>
                <a:srgbClr val="ffffff"/>
              </a:buClr>
              <a:buSzPct val="45000"/>
              <a:buFont typeface="Wingdings" charset="2"/>
              <a:buChar char=""/>
            </a:pPr>
            <a:r>
              <a:rPr b="0" lang="en-US" sz="3200" strike="noStrike" u="none">
                <a:solidFill>
                  <a:srgbClr val="ffffff"/>
                </a:solidFill>
                <a:effectLst/>
                <a:uFillTx/>
                <a:latin typeface="Arial"/>
              </a:rPr>
              <a:t>Proposal</a:t>
            </a:r>
            <a:endParaRPr b="0" lang="en-US" sz="3200" strike="noStrike" u="none">
              <a:solidFill>
                <a:srgbClr val="ffffff"/>
              </a:solidFill>
              <a:effectLst/>
              <a:uFillTx/>
              <a:latin typeface="Arial"/>
            </a:endParaRPr>
          </a:p>
          <a:p>
            <a:pPr marL="432000" indent="-324000">
              <a:lnSpc>
                <a:spcPct val="100000"/>
              </a:lnSpc>
              <a:spcBef>
                <a:spcPts val="1417"/>
              </a:spcBef>
              <a:buClr>
                <a:srgbClr val="ffffff"/>
              </a:buClr>
              <a:buSzPct val="45000"/>
              <a:buFont typeface="Wingdings" charset="2"/>
              <a:buChar char=""/>
            </a:pPr>
            <a:r>
              <a:rPr b="0" lang="en-US" sz="3200" strike="noStrike" u="none">
                <a:solidFill>
                  <a:srgbClr val="ffffff"/>
                </a:solidFill>
                <a:effectLst/>
                <a:uFillTx/>
                <a:latin typeface="Arial"/>
              </a:rPr>
              <a:t>Test</a:t>
            </a:r>
            <a:endParaRPr b="0" lang="en-US" sz="32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PlaceHolder 1"/>
          <p:cNvSpPr>
            <a:spLocks noGrp="1"/>
          </p:cNvSpPr>
          <p:nvPr>
            <p:ph type="title"/>
          </p:nvPr>
        </p:nvSpPr>
        <p:spPr>
          <a:xfrm>
            <a:off x="311760" y="155880"/>
            <a:ext cx="8515440" cy="622800"/>
          </a:xfrm>
          <a:prstGeom prst="rect">
            <a:avLst/>
          </a:prstGeom>
          <a:noFill/>
          <a:ln w="0">
            <a:noFill/>
          </a:ln>
        </p:spPr>
        <p:txBody>
          <a:bodyPr lIns="0" rIns="0" tIns="0" bIns="0" anchor="ctr">
            <a:noAutofit/>
          </a:bodyPr>
          <a:p>
            <a:pPr indent="0" algn="ctr">
              <a:lnSpc>
                <a:spcPct val="100000"/>
              </a:lnSpc>
              <a:buNone/>
              <a:tabLst>
                <a:tab algn="l" pos="0"/>
              </a:tabLst>
            </a:pPr>
            <a:r>
              <a:rPr b="1" i="1" lang="en-US" sz="2800" strike="noStrike" u="sng">
                <a:solidFill>
                  <a:srgbClr val="ffffff"/>
                </a:solidFill>
                <a:effectLst/>
                <a:uFillTx/>
                <a:latin typeface="Arial"/>
              </a:rPr>
              <a:t>Instrumentation and Post-mortem</a:t>
            </a:r>
            <a:endParaRPr b="0" lang="en-US" sz="2800" strike="noStrike" u="none">
              <a:solidFill>
                <a:srgbClr val="ffffff"/>
              </a:solidFill>
              <a:effectLst/>
              <a:uFillTx/>
              <a:latin typeface="Arial"/>
            </a:endParaRPr>
          </a:p>
        </p:txBody>
      </p:sp>
      <p:sp>
        <p:nvSpPr>
          <p:cNvPr id="125" name="PlaceHolder 2"/>
          <p:cNvSpPr>
            <a:spLocks noGrp="1"/>
          </p:cNvSpPr>
          <p:nvPr>
            <p:ph/>
          </p:nvPr>
        </p:nvSpPr>
        <p:spPr>
          <a:xfrm>
            <a:off x="311760" y="1152360"/>
            <a:ext cx="8515440" cy="3411360"/>
          </a:xfrm>
          <a:prstGeom prst="rect">
            <a:avLst/>
          </a:prstGeom>
          <a:noFill/>
          <a:ln w="0">
            <a:noFill/>
          </a:ln>
        </p:spPr>
        <p:txBody>
          <a:bodyPr lIns="0" rIns="0" tIns="0" bIns="0" anchor="t">
            <a:normAutofit fontScale="62500" lnSpcReduction="19999"/>
          </a:bodyPr>
          <a:p>
            <a:pPr marL="432000" indent="-324000">
              <a:lnSpc>
                <a:spcPct val="100000"/>
              </a:lnSpc>
              <a:spcBef>
                <a:spcPts val="1417"/>
              </a:spcBef>
              <a:buClr>
                <a:srgbClr val="ffffff"/>
              </a:buClr>
              <a:buSzPct val="45000"/>
              <a:buFont typeface="Wingdings" charset="2"/>
              <a:buChar char=""/>
            </a:pPr>
            <a:r>
              <a:rPr b="0" lang="en-US" sz="3200" strike="noStrike" u="none">
                <a:solidFill>
                  <a:srgbClr val="ffffff"/>
                </a:solidFill>
                <a:effectLst/>
                <a:uFillTx/>
                <a:latin typeface="Arial"/>
              </a:rPr>
              <a:t>Plan post-mortem prepared for Michel (Jean)</a:t>
            </a:r>
            <a:endParaRPr b="0" lang="en-US" sz="3200" strike="noStrike" u="none">
              <a:solidFill>
                <a:srgbClr val="ffffff"/>
              </a:solidFill>
              <a:effectLst/>
              <a:uFillTx/>
              <a:latin typeface="Arial"/>
            </a:endParaRPr>
          </a:p>
          <a:p>
            <a:pPr marL="432000" indent="-324000">
              <a:lnSpc>
                <a:spcPct val="100000"/>
              </a:lnSpc>
              <a:spcBef>
                <a:spcPts val="1417"/>
              </a:spcBef>
              <a:buClr>
                <a:srgbClr val="ffffff"/>
              </a:buClr>
              <a:buSzPct val="45000"/>
              <a:buFont typeface="Wingdings" charset="2"/>
              <a:buChar char=""/>
            </a:pPr>
            <a:r>
              <a:rPr b="1" lang="en-US" sz="3200" strike="noStrike" u="sng">
                <a:solidFill>
                  <a:srgbClr val="ffffff"/>
                </a:solidFill>
                <a:effectLst/>
                <a:uFillTx/>
                <a:latin typeface="Arial"/>
              </a:rPr>
              <a:t>Summary</a:t>
            </a:r>
            <a:r>
              <a:rPr b="0" lang="en-US" sz="3200" strike="noStrike" u="none">
                <a:solidFill>
                  <a:srgbClr val="ffffff"/>
                </a:solidFill>
                <a:effectLst/>
                <a:uFillTx/>
                <a:latin typeface="Arial"/>
              </a:rPr>
              <a:t>: The goal was to use a scythe to harvest crops.</a:t>
            </a:r>
            <a:endParaRPr b="0" lang="en-US" sz="32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0" lang="en-US" sz="2800" strike="noStrike" u="none">
                <a:solidFill>
                  <a:srgbClr val="ffffff"/>
                </a:solidFill>
                <a:effectLst/>
                <a:uFillTx/>
                <a:latin typeface="Arial"/>
              </a:rPr>
              <a:t>The agent scanned, moved, took, and used a scythe (Scythe2), successfully harvesting wheat and fulfilling the use action, though thirst increased due to lack of water.',</a:t>
            </a:r>
            <a:endParaRPr b="0" lang="en-US" sz="28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1" lang="en-US" sz="2800" strike="noStrike" u="sng">
                <a:solidFill>
                  <a:srgbClr val="ffffff"/>
                </a:solidFill>
                <a:effectLst/>
                <a:uFillTx/>
                <a:latin typeface="Arial"/>
              </a:rPr>
              <a:t>How</a:t>
            </a:r>
            <a:r>
              <a:rPr b="0" lang="en-US" sz="2800" strike="noStrike" u="none">
                <a:solidFill>
                  <a:srgbClr val="ffffff"/>
                </a:solidFill>
                <a:effectLst/>
                <a:uFillTx/>
                <a:latin typeface="Arial"/>
              </a:rPr>
              <a:t>: 'Scan for nearest scythe, move to it, take it, and use it to harvest.', </a:t>
            </a:r>
            <a:endParaRPr b="0" lang="en-US" sz="28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1" lang="en-US" sz="2800" strike="noStrike" u="sng">
                <a:solidFill>
                  <a:srgbClr val="ffffff"/>
                </a:solidFill>
                <a:effectLst/>
                <a:uFillTx/>
                <a:latin typeface="Arial"/>
              </a:rPr>
              <a:t>Outcome</a:t>
            </a:r>
            <a:r>
              <a:rPr b="0" lang="en-US" sz="2800" strike="noStrike" u="none">
                <a:solidFill>
                  <a:srgbClr val="ffffff"/>
                </a:solidFill>
                <a:effectLst/>
                <a:uFillTx/>
                <a:latin typeface="Arial"/>
              </a:rPr>
              <a:t>: 'Goal achieved: scythe was used successfully to harvest crops. Thirst increased, but this was not part of the goal termination condition.', </a:t>
            </a:r>
            <a:endParaRPr b="0" lang="en-US" sz="28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1" lang="en-US" sz="2800" strike="noStrike" u="sng">
                <a:solidFill>
                  <a:srgbClr val="ffffff"/>
                </a:solidFill>
                <a:effectLst/>
                <a:uFillTx/>
                <a:latin typeface="Arial"/>
              </a:rPr>
              <a:t>Plan_score</a:t>
            </a:r>
            <a:r>
              <a:rPr b="0" lang="en-US" sz="2800" strike="noStrike" u="none">
                <a:solidFill>
                  <a:srgbClr val="ffffff"/>
                </a:solidFill>
                <a:effectLst/>
                <a:uFillTx/>
                <a:latin typeface="Arial"/>
              </a:rPr>
              <a:t>: 100, </a:t>
            </a:r>
            <a:endParaRPr b="0" lang="en-US" sz="2800" strike="noStrike" u="none">
              <a:solidFill>
                <a:srgbClr val="ffffff"/>
              </a:solidFill>
              <a:effectLst/>
              <a:uFillTx/>
              <a:latin typeface="Arial"/>
            </a:endParaRPr>
          </a:p>
          <a:p>
            <a:pPr lvl="1" marL="864000" indent="-324000">
              <a:lnSpc>
                <a:spcPct val="100000"/>
              </a:lnSpc>
              <a:spcBef>
                <a:spcPts val="1134"/>
              </a:spcBef>
              <a:buClr>
                <a:srgbClr val="ffffff"/>
              </a:buClr>
              <a:buSzPct val="75000"/>
              <a:buFont typeface="Symbol" charset="2"/>
              <a:buChar char=""/>
            </a:pPr>
            <a:r>
              <a:rPr b="1" lang="en-US" sz="2800" strike="noStrike" u="sng">
                <a:solidFill>
                  <a:srgbClr val="ffffff"/>
                </a:solidFill>
                <a:effectLst/>
                <a:uFillTx/>
                <a:latin typeface="Arial"/>
              </a:rPr>
              <a:t>Goal_score</a:t>
            </a:r>
            <a:r>
              <a:rPr b="0" lang="en-US" sz="2800" strike="noStrike" u="none">
                <a:solidFill>
                  <a:srgbClr val="ffffff"/>
                </a:solidFill>
                <a:effectLst/>
                <a:uFillTx/>
                <a:latin typeface="Arial"/>
              </a:rPr>
              <a:t>: 100</a:t>
            </a:r>
            <a:endParaRPr b="0" lang="en-US" sz="2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PlaceHolder 1"/>
          <p:cNvSpPr>
            <a:spLocks noGrp="1"/>
          </p:cNvSpPr>
          <p:nvPr>
            <p:ph type="title"/>
          </p:nvPr>
        </p:nvSpPr>
        <p:spPr>
          <a:xfrm>
            <a:off x="311760" y="155880"/>
            <a:ext cx="8515440" cy="622800"/>
          </a:xfrm>
          <a:prstGeom prst="rect">
            <a:avLst/>
          </a:prstGeom>
          <a:noFill/>
          <a:ln w="0">
            <a:noFill/>
          </a:ln>
        </p:spPr>
        <p:txBody>
          <a:bodyPr lIns="0" rIns="0" tIns="0" bIns="0" anchor="ctr">
            <a:noAutofit/>
          </a:bodyPr>
          <a:p>
            <a:pPr indent="0" algn="ctr">
              <a:lnSpc>
                <a:spcPct val="100000"/>
              </a:lnSpc>
              <a:buNone/>
              <a:tabLst>
                <a:tab algn="l" pos="0"/>
              </a:tabLst>
            </a:pPr>
            <a:r>
              <a:rPr b="1" i="1" lang="en-US" sz="2800" strike="noStrike" u="sng">
                <a:solidFill>
                  <a:srgbClr val="ffffff"/>
                </a:solidFill>
                <a:effectLst/>
                <a:uFillTx/>
                <a:latin typeface="Arial"/>
              </a:rPr>
              <a:t>Analysis</a:t>
            </a:r>
            <a:endParaRPr b="0" lang="en-US" sz="2800" strike="noStrike" u="none">
              <a:solidFill>
                <a:srgbClr val="ffffff"/>
              </a:solidFill>
              <a:effectLst/>
              <a:uFillTx/>
              <a:latin typeface="Arial"/>
            </a:endParaRPr>
          </a:p>
        </p:txBody>
      </p:sp>
      <p:sp>
        <p:nvSpPr>
          <p:cNvPr id="127" name="PlaceHolder 2"/>
          <p:cNvSpPr>
            <a:spLocks noGrp="1"/>
          </p:cNvSpPr>
          <p:nvPr>
            <p:ph/>
          </p:nvPr>
        </p:nvSpPr>
        <p:spPr>
          <a:xfrm>
            <a:off x="311760" y="1152360"/>
            <a:ext cx="8515440" cy="3411360"/>
          </a:xfrm>
          <a:prstGeom prst="rect">
            <a:avLst/>
          </a:prstGeom>
          <a:noFill/>
          <a:ln w="0">
            <a:noFill/>
          </a:ln>
        </p:spPr>
        <p:txBody>
          <a:bodyPr lIns="0" rIns="0" tIns="0" bIns="0" anchor="t">
            <a:normAutofit/>
          </a:bodyPr>
          <a:p>
            <a:pPr marL="432000" indent="-324000">
              <a:lnSpc>
                <a:spcPct val="100000"/>
              </a:lnSpc>
              <a:spcBef>
                <a:spcPts val="1417"/>
              </a:spcBef>
              <a:buClr>
                <a:srgbClr val="ffffff"/>
              </a:buClr>
              <a:buSzPct val="45000"/>
              <a:buFont typeface="Wingdings" charset="2"/>
              <a:buChar char=""/>
            </a:pPr>
            <a:r>
              <a:rPr b="1" lang="en-US" sz="1600" strike="noStrike" u="sng">
                <a:solidFill>
                  <a:srgbClr val="ffffff"/>
                </a:solidFill>
                <a:effectLst/>
                <a:uFillTx/>
                <a:latin typeface="Arial"/>
              </a:rPr>
              <a:t>plan-2c97f04a, issue</a:t>
            </a:r>
            <a:r>
              <a:rPr b="0" lang="en-US" sz="1600" strike="noStrike" u="none">
                <a:solidFill>
                  <a:srgbClr val="ffffff"/>
                </a:solidFill>
                <a:effectLst/>
                <a:uFillTx/>
                <a:latin typeface="Arial"/>
              </a:rPr>
              <a:t>: Plan does not include steps to ensure use of Milk9 near Blacksmith or account for Marie's visibility at required distance; lacks location or spatial checks.</a:t>
            </a:r>
            <a:endParaRPr b="0" lang="en-US" sz="1600" strike="noStrike" u="none">
              <a:solidFill>
                <a:srgbClr val="ffffff"/>
              </a:solidFill>
              <a:effectLst/>
              <a:uFillTx/>
              <a:latin typeface="Arial"/>
            </a:endParaRPr>
          </a:p>
          <a:p>
            <a:pPr marL="432000" indent="-324000">
              <a:lnSpc>
                <a:spcPct val="100000"/>
              </a:lnSpc>
              <a:spcBef>
                <a:spcPts val="1417"/>
              </a:spcBef>
              <a:buClr>
                <a:srgbClr val="ffffff"/>
              </a:buClr>
              <a:buSzPct val="45000"/>
              <a:buFont typeface="Wingdings" charset="2"/>
              <a:buChar char=""/>
            </a:pPr>
            <a:r>
              <a:rPr b="1" lang="en-US" sz="1600" strike="noStrike" u="sng">
                <a:solidFill>
                  <a:srgbClr val="ffffff"/>
                </a:solidFill>
                <a:effectLst/>
                <a:uFillTx/>
                <a:latin typeface="Arial"/>
              </a:rPr>
              <a:t>plan-1f586409, issue</a:t>
            </a:r>
            <a:r>
              <a:rPr b="0" lang="en-US" sz="1600" strike="noStrike" u="none">
                <a:solidFill>
                  <a:srgbClr val="ffffff"/>
                </a:solidFill>
                <a:effectLst/>
                <a:uFillTx/>
                <a:latin typeface="Arial"/>
              </a:rPr>
              <a:t>: Plan does not verify proximity to Marie or ensure resting occurs with her before using Apple10, contrary to the goal.</a:t>
            </a:r>
            <a:endParaRPr b="0" lang="en-US" sz="1600" strike="noStrike" u="none">
              <a:solidFill>
                <a:srgbClr val="ffffff"/>
              </a:solidFill>
              <a:effectLst/>
              <a:uFillTx/>
              <a:latin typeface="Arial"/>
            </a:endParaRPr>
          </a:p>
          <a:p>
            <a:pPr marL="432000" indent="-324000">
              <a:lnSpc>
                <a:spcPct val="100000"/>
              </a:lnSpc>
              <a:spcBef>
                <a:spcPts val="1417"/>
              </a:spcBef>
              <a:buClr>
                <a:srgbClr val="ffffff"/>
              </a:buClr>
              <a:buSzPct val="45000"/>
              <a:buFont typeface="Wingdings" charset="2"/>
              <a:buChar char=""/>
            </a:pPr>
            <a:r>
              <a:rPr b="1" lang="en-US" sz="1600" strike="noStrike" u="sng">
                <a:solidFill>
                  <a:srgbClr val="ffffff"/>
                </a:solidFill>
                <a:effectLst/>
                <a:uFillTx/>
                <a:latin typeface="Arial"/>
              </a:rPr>
              <a:t>plan-3b554326, issue</a:t>
            </a:r>
            <a:r>
              <a:rPr b="0" lang="en-US" sz="1600" strike="noStrike" u="none">
                <a:solidFill>
                  <a:srgbClr val="ffffff"/>
                </a:solidFill>
                <a:effectLst/>
                <a:uFillTx/>
                <a:latin typeface="Arial"/>
              </a:rPr>
              <a:t>: Plan attempts to take 'Bread15' after inspecting Farmhouse1, but Bread15 is not accessible (distance is 15). Attempt will fail, wasting a step.</a:t>
            </a:r>
            <a:endParaRPr b="0" lang="en-US" sz="1600" strike="noStrike" u="none">
              <a:solidFill>
                <a:srgbClr val="ffffff"/>
              </a:solidFill>
              <a:effectLst/>
              <a:uFillTx/>
              <a:latin typeface="Arial"/>
            </a:endParaRPr>
          </a:p>
          <a:p>
            <a:pPr marL="432000" indent="-324000">
              <a:lnSpc>
                <a:spcPct val="100000"/>
              </a:lnSpc>
              <a:spcBef>
                <a:spcPts val="1417"/>
              </a:spcBef>
              <a:buClr>
                <a:srgbClr val="ffffff"/>
              </a:buClr>
              <a:buSzPct val="45000"/>
              <a:buFont typeface="Wingdings" charset="2"/>
              <a:buChar char=""/>
            </a:pPr>
            <a:r>
              <a:rPr b="1" lang="en-US" sz="1600" strike="noStrike" u="sng">
                <a:solidFill>
                  <a:srgbClr val="ffffff"/>
                </a:solidFill>
                <a:effectLst/>
                <a:uFillTx/>
                <a:latin typeface="Arial"/>
              </a:rPr>
              <a:t>plan-69eea474, issue</a:t>
            </a:r>
            <a:r>
              <a:rPr b="0" lang="en-US" sz="1600" strike="noStrike" u="none">
                <a:solidFill>
                  <a:srgbClr val="ffffff"/>
                </a:solidFill>
                <a:effectLst/>
                <a:uFillTx/>
                <a:latin typeface="Arial"/>
              </a:rPr>
              <a:t>: Redundant sequential wait steps for the same condition, unnecessarily increasing plan length.</a:t>
            </a:r>
            <a:endParaRPr b="0" lang="en-US" sz="16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PlaceHolder 1"/>
          <p:cNvSpPr>
            <a:spLocks noGrp="1"/>
          </p:cNvSpPr>
          <p:nvPr>
            <p:ph type="title"/>
          </p:nvPr>
        </p:nvSpPr>
        <p:spPr>
          <a:xfrm>
            <a:off x="311760" y="155880"/>
            <a:ext cx="8515440" cy="622800"/>
          </a:xfrm>
          <a:prstGeom prst="rect">
            <a:avLst/>
          </a:prstGeom>
          <a:noFill/>
          <a:ln w="0">
            <a:noFill/>
          </a:ln>
        </p:spPr>
        <p:txBody>
          <a:bodyPr lIns="0" rIns="0" tIns="0" bIns="0" anchor="ctr">
            <a:noAutofit/>
          </a:bodyPr>
          <a:p>
            <a:pPr indent="0" algn="ctr">
              <a:lnSpc>
                <a:spcPct val="100000"/>
              </a:lnSpc>
              <a:buNone/>
              <a:tabLst>
                <a:tab algn="l" pos="0"/>
              </a:tabLst>
            </a:pPr>
            <a:r>
              <a:rPr b="1" i="1" lang="en-US" sz="2800" strike="noStrike" u="sng">
                <a:solidFill>
                  <a:srgbClr val="ffffff"/>
                </a:solidFill>
                <a:effectLst/>
                <a:uFillTx/>
                <a:latin typeface="Arial"/>
              </a:rPr>
              <a:t>Clustering</a:t>
            </a:r>
            <a:endParaRPr b="0" lang="en-US" sz="2800" strike="noStrike" u="none">
              <a:solidFill>
                <a:srgbClr val="ffffff"/>
              </a:solidFill>
              <a:effectLst/>
              <a:uFillTx/>
              <a:latin typeface="Arial"/>
            </a:endParaRPr>
          </a:p>
        </p:txBody>
      </p:sp>
      <p:sp>
        <p:nvSpPr>
          <p:cNvPr id="129" name=""/>
          <p:cNvSpPr/>
          <p:nvPr/>
        </p:nvSpPr>
        <p:spPr>
          <a:xfrm>
            <a:off x="685800" y="914400"/>
            <a:ext cx="8227440" cy="40338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500" strike="noStrike" u="none">
                <a:solidFill>
                  <a:srgbClr val="ffffff"/>
                </a:solidFill>
                <a:effectLst/>
                <a:uFillTx/>
                <a:latin typeface="Arial"/>
              </a:rPr>
              <a:t>    {"class_id": "pc-unreachable-or-wrong-resource",</a:t>
            </a:r>
            <a:endParaRPr b="0" lang="en-US" sz="1500" strike="noStrike" u="none">
              <a:solidFill>
                <a:srgbClr val="ffffff"/>
              </a:solidFill>
              <a:effectLst/>
              <a:uFillTx/>
              <a:latin typeface="Arial"/>
            </a:endParaRPr>
          </a:p>
          <a:p>
            <a:pPr>
              <a:lnSpc>
                <a:spcPct val="100000"/>
              </a:lnSpc>
            </a:pPr>
            <a:r>
              <a:rPr b="0" lang="en-US" sz="1500" strike="noStrike" u="none">
                <a:solidFill>
                  <a:srgbClr val="ffffff"/>
                </a:solidFill>
                <a:effectLst/>
                <a:uFillTx/>
                <a:latin typeface="Arial"/>
              </a:rPr>
              <a:t>      "name": "Unreachable or wrong resource targeted",</a:t>
            </a:r>
            <a:endParaRPr b="0" lang="en-US" sz="1500" strike="noStrike" u="none">
              <a:solidFill>
                <a:srgbClr val="ffffff"/>
              </a:solidFill>
              <a:effectLst/>
              <a:uFillTx/>
              <a:latin typeface="Arial"/>
            </a:endParaRPr>
          </a:p>
          <a:p>
            <a:pPr>
              <a:lnSpc>
                <a:spcPct val="100000"/>
              </a:lnSpc>
            </a:pPr>
            <a:r>
              <a:rPr b="0" lang="en-US" sz="1500" strike="noStrike" u="none">
                <a:solidFill>
                  <a:srgbClr val="ffffff"/>
                </a:solidFill>
                <a:effectLst/>
                <a:uFillTx/>
                <a:latin typeface="Arial"/>
              </a:rPr>
              <a:t>      "problems": [</a:t>
            </a:r>
            <a:endParaRPr b="0" lang="en-US" sz="1500" strike="noStrike" u="none">
              <a:solidFill>
                <a:srgbClr val="ffffff"/>
              </a:solidFill>
              <a:effectLst/>
              <a:uFillTx/>
              <a:latin typeface="Arial"/>
            </a:endParaRPr>
          </a:p>
          <a:p>
            <a:pPr>
              <a:lnSpc>
                <a:spcPct val="100000"/>
              </a:lnSpc>
            </a:pPr>
            <a:r>
              <a:rPr b="0" lang="en-US" sz="1500" strike="noStrike" u="none">
                <a:solidFill>
                  <a:srgbClr val="ffffff"/>
                </a:solidFill>
                <a:effectLst/>
                <a:uFillTx/>
                <a:latin typeface="Arial"/>
              </a:rPr>
              <a:t>        "s1-1758071925-75dac3:plan-5251de4c:p1",</a:t>
            </a:r>
            <a:endParaRPr b="0" lang="en-US" sz="1500" strike="noStrike" u="none">
              <a:solidFill>
                <a:srgbClr val="ffffff"/>
              </a:solidFill>
              <a:effectLst/>
              <a:uFillTx/>
              <a:latin typeface="Arial"/>
            </a:endParaRPr>
          </a:p>
          <a:p>
            <a:pPr>
              <a:lnSpc>
                <a:spcPct val="100000"/>
              </a:lnSpc>
            </a:pPr>
            <a:r>
              <a:rPr b="0" lang="en-US" sz="1500" strike="noStrike" u="none">
                <a:solidFill>
                  <a:srgbClr val="ffffff"/>
                </a:solidFill>
                <a:effectLst/>
                <a:uFillTx/>
                <a:latin typeface="Arial"/>
              </a:rPr>
              <a:t>        "s1-1758071925-75dac3:plan-11ca047e:p1",</a:t>
            </a:r>
            <a:endParaRPr b="0" lang="en-US" sz="1500" strike="noStrike" u="none">
              <a:solidFill>
                <a:srgbClr val="ffffff"/>
              </a:solidFill>
              <a:effectLst/>
              <a:uFillTx/>
              <a:latin typeface="Arial"/>
            </a:endParaRPr>
          </a:p>
          <a:p>
            <a:pPr>
              <a:lnSpc>
                <a:spcPct val="100000"/>
              </a:lnSpc>
            </a:pPr>
            <a:r>
              <a:rPr b="0" lang="en-US" sz="1500" strike="noStrike" u="none">
                <a:solidFill>
                  <a:srgbClr val="ffffff"/>
                </a:solidFill>
                <a:effectLst/>
                <a:uFillTx/>
                <a:latin typeface="Arial"/>
              </a:rPr>
              <a:t>        "s1-1758071925-75dac3:plan-8631420c:p1"], "urgency": 4},</a:t>
            </a:r>
            <a:endParaRPr b="0" lang="en-US" sz="1500" strike="noStrike" u="none">
              <a:solidFill>
                <a:srgbClr val="ffffff"/>
              </a:solidFill>
              <a:effectLst/>
              <a:uFillTx/>
              <a:latin typeface="Arial"/>
            </a:endParaRPr>
          </a:p>
          <a:p>
            <a:pPr>
              <a:lnSpc>
                <a:spcPct val="100000"/>
              </a:lnSpc>
            </a:pPr>
            <a:r>
              <a:rPr b="0" lang="en-US" sz="1500" strike="noStrike" u="none">
                <a:solidFill>
                  <a:srgbClr val="ffffff"/>
                </a:solidFill>
                <a:effectLst/>
                <a:uFillTx/>
                <a:latin typeface="Arial"/>
              </a:rPr>
              <a:t>    {"class_id": "pc-missing-spatial-condition",</a:t>
            </a:r>
            <a:endParaRPr b="0" lang="en-US" sz="1500" strike="noStrike" u="none">
              <a:solidFill>
                <a:srgbClr val="ffffff"/>
              </a:solidFill>
              <a:effectLst/>
              <a:uFillTx/>
              <a:latin typeface="Arial"/>
            </a:endParaRPr>
          </a:p>
          <a:p>
            <a:pPr>
              <a:lnSpc>
                <a:spcPct val="100000"/>
              </a:lnSpc>
            </a:pPr>
            <a:r>
              <a:rPr b="0" lang="en-US" sz="1500" strike="noStrike" u="none">
                <a:solidFill>
                  <a:srgbClr val="ffffff"/>
                </a:solidFill>
                <a:effectLst/>
                <a:uFillTx/>
                <a:latin typeface="Arial"/>
              </a:rPr>
              <a:t>      "name": "Missing spatial/precondition checks for interactions",</a:t>
            </a:r>
            <a:endParaRPr b="0" lang="en-US" sz="1500" strike="noStrike" u="none">
              <a:solidFill>
                <a:srgbClr val="ffffff"/>
              </a:solidFill>
              <a:effectLst/>
              <a:uFillTx/>
              <a:latin typeface="Arial"/>
            </a:endParaRPr>
          </a:p>
          <a:p>
            <a:pPr>
              <a:lnSpc>
                <a:spcPct val="100000"/>
              </a:lnSpc>
            </a:pPr>
            <a:r>
              <a:rPr b="0" lang="en-US" sz="1500" strike="noStrike" u="none">
                <a:solidFill>
                  <a:srgbClr val="ffffff"/>
                </a:solidFill>
                <a:effectLst/>
                <a:uFillTx/>
                <a:latin typeface="Arial"/>
              </a:rPr>
              <a:t>      "problems": [</a:t>
            </a:r>
            <a:endParaRPr b="0" lang="en-US" sz="1500" strike="noStrike" u="none">
              <a:solidFill>
                <a:srgbClr val="ffffff"/>
              </a:solidFill>
              <a:effectLst/>
              <a:uFillTx/>
              <a:latin typeface="Arial"/>
            </a:endParaRPr>
          </a:p>
          <a:p>
            <a:pPr>
              <a:lnSpc>
                <a:spcPct val="100000"/>
              </a:lnSpc>
            </a:pPr>
            <a:r>
              <a:rPr b="0" lang="en-US" sz="1500" strike="noStrike" u="none">
                <a:solidFill>
                  <a:srgbClr val="ffffff"/>
                </a:solidFill>
                <a:effectLst/>
                <a:uFillTx/>
                <a:latin typeface="Arial"/>
              </a:rPr>
              <a:t>        "s1-1758071925-75dac3:plan-2c97f04a:p1",</a:t>
            </a:r>
            <a:endParaRPr b="0" lang="en-US" sz="1500" strike="noStrike" u="none">
              <a:solidFill>
                <a:srgbClr val="ffffff"/>
              </a:solidFill>
              <a:effectLst/>
              <a:uFillTx/>
              <a:latin typeface="Arial"/>
            </a:endParaRPr>
          </a:p>
          <a:p>
            <a:pPr>
              <a:lnSpc>
                <a:spcPct val="100000"/>
              </a:lnSpc>
            </a:pPr>
            <a:r>
              <a:rPr b="0" lang="en-US" sz="1500" strike="noStrike" u="none">
                <a:solidFill>
                  <a:srgbClr val="ffffff"/>
                </a:solidFill>
                <a:effectLst/>
                <a:uFillTx/>
                <a:latin typeface="Arial"/>
              </a:rPr>
              <a:t>        "s1-1758071925-75dac3:plan-a0f7c1cf:p1",</a:t>
            </a:r>
            <a:endParaRPr b="0" lang="en-US" sz="1500" strike="noStrike" u="none">
              <a:solidFill>
                <a:srgbClr val="ffffff"/>
              </a:solidFill>
              <a:effectLst/>
              <a:uFillTx/>
              <a:latin typeface="Arial"/>
            </a:endParaRPr>
          </a:p>
          <a:p>
            <a:pPr>
              <a:lnSpc>
                <a:spcPct val="100000"/>
              </a:lnSpc>
            </a:pPr>
            <a:r>
              <a:rPr b="0" lang="en-US" sz="1500" strike="noStrike" u="none">
                <a:solidFill>
                  <a:srgbClr val="ffffff"/>
                </a:solidFill>
                <a:effectLst/>
                <a:uFillTx/>
                <a:latin typeface="Arial"/>
              </a:rPr>
              <a:t>        "s1-1758071925-75dac3:plan-1f586409:p1",</a:t>
            </a:r>
            <a:endParaRPr b="0" lang="en-US" sz="1500" strike="noStrike" u="none">
              <a:solidFill>
                <a:srgbClr val="ffffff"/>
              </a:solidFill>
              <a:effectLst/>
              <a:uFillTx/>
              <a:latin typeface="Arial"/>
            </a:endParaRPr>
          </a:p>
          <a:p>
            <a:pPr>
              <a:lnSpc>
                <a:spcPct val="100000"/>
              </a:lnSpc>
            </a:pPr>
            <a:r>
              <a:rPr b="0" lang="en-US" sz="1500" strike="noStrike" u="none">
                <a:solidFill>
                  <a:srgbClr val="ffffff"/>
                </a:solidFill>
                <a:effectLst/>
                <a:uFillTx/>
                <a:latin typeface="Arial"/>
              </a:rPr>
              <a:t>        "s1-1758071925-75dac3:plan-0dea6dd6:p1”], "urgency": 4},</a:t>
            </a:r>
            <a:endParaRPr b="0" lang="en-US" sz="15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PlaceHolder 1"/>
          <p:cNvSpPr>
            <a:spLocks noGrp="1"/>
          </p:cNvSpPr>
          <p:nvPr>
            <p:ph type="title"/>
          </p:nvPr>
        </p:nvSpPr>
        <p:spPr>
          <a:xfrm>
            <a:off x="398880" y="61920"/>
            <a:ext cx="8515440" cy="622800"/>
          </a:xfrm>
          <a:prstGeom prst="rect">
            <a:avLst/>
          </a:prstGeom>
          <a:noFill/>
          <a:ln w="0">
            <a:noFill/>
          </a:ln>
        </p:spPr>
        <p:txBody>
          <a:bodyPr lIns="0" rIns="0" tIns="0" bIns="0" anchor="ctr">
            <a:noAutofit/>
          </a:bodyPr>
          <a:p>
            <a:pPr indent="0" algn="ctr">
              <a:lnSpc>
                <a:spcPct val="100000"/>
              </a:lnSpc>
              <a:buNone/>
              <a:tabLst>
                <a:tab algn="l" pos="0"/>
              </a:tabLst>
            </a:pPr>
            <a:r>
              <a:rPr b="1" i="1" lang="en-US" sz="2800" strike="noStrike" u="sng">
                <a:solidFill>
                  <a:srgbClr val="ffffff"/>
                </a:solidFill>
                <a:effectLst/>
                <a:uFillTx/>
                <a:latin typeface="Arial"/>
              </a:rPr>
              <a:t>Proposal</a:t>
            </a:r>
            <a:endParaRPr b="0" lang="en-US" sz="2800" strike="noStrike" u="none">
              <a:solidFill>
                <a:srgbClr val="ffffff"/>
              </a:solidFill>
              <a:effectLst/>
              <a:uFillTx/>
              <a:latin typeface="Arial"/>
            </a:endParaRPr>
          </a:p>
        </p:txBody>
      </p:sp>
      <p:sp>
        <p:nvSpPr>
          <p:cNvPr id="131" name=""/>
          <p:cNvSpPr/>
          <p:nvPr/>
        </p:nvSpPr>
        <p:spPr>
          <a:xfrm>
            <a:off x="324000" y="976680"/>
            <a:ext cx="8456040" cy="3684600"/>
          </a:xfrm>
          <a:prstGeom prst="rect">
            <a:avLst/>
          </a:prstGeom>
          <a:noFill/>
          <a:ln w="0">
            <a:noFill/>
          </a:ln>
        </p:spPr>
        <p:style>
          <a:lnRef idx="0"/>
          <a:fillRef idx="0"/>
          <a:effectRef idx="0"/>
          <a:fontRef idx="minor"/>
        </p:style>
        <p:txBody>
          <a:bodyPr lIns="90000" rIns="90000" tIns="45000" bIns="45000" anchor="t">
            <a:noAutofit/>
          </a:bodyPr>
          <a:p>
            <a:pPr>
              <a:lnSpc>
                <a:spcPct val="100000"/>
              </a:lnSpc>
              <a:spcAft>
                <a:spcPts val="575"/>
              </a:spcAft>
            </a:pPr>
            <a:r>
              <a:rPr b="0" lang="en-US" sz="1400" strike="noStrike" u="none">
                <a:solidFill>
                  <a:srgbClr val="ffffff"/>
                </a:solidFill>
                <a:effectLst/>
                <a:uFillTx/>
                <a:latin typeface="Arial"/>
              </a:rPr>
              <a:t> {"class_id": "pc-unreachable-or-wrong-resource",</a:t>
            </a:r>
            <a:endParaRPr b="0" lang="en-US" sz="1400" strike="noStrike" u="none">
              <a:solidFill>
                <a:srgbClr val="ffffff"/>
              </a:solidFill>
              <a:effectLst/>
              <a:uFillTx/>
              <a:latin typeface="Arial"/>
            </a:endParaRPr>
          </a:p>
          <a:p>
            <a:pPr>
              <a:lnSpc>
                <a:spcPct val="100000"/>
              </a:lnSpc>
              <a:spcAft>
                <a:spcPts val="575"/>
              </a:spcAft>
            </a:pPr>
            <a:r>
              <a:rPr b="0" lang="en-US" sz="1400" strike="noStrike" u="none">
                <a:solidFill>
                  <a:srgbClr val="ffffff"/>
                </a:solidFill>
                <a:effectLst/>
                <a:uFillTx/>
                <a:latin typeface="Arial"/>
              </a:rPr>
              <a:t>      "updates": [{"op": "append",  "kind": "heuristic",</a:t>
            </a:r>
            <a:endParaRPr b="0" lang="en-US" sz="1400" strike="noStrike" u="none">
              <a:solidFill>
                <a:srgbClr val="ffffff"/>
              </a:solidFill>
              <a:effectLst/>
              <a:uFillTx/>
              <a:latin typeface="Arial"/>
            </a:endParaRPr>
          </a:p>
          <a:p>
            <a:pPr>
              <a:lnSpc>
                <a:spcPct val="100000"/>
              </a:lnSpc>
              <a:spcAft>
                <a:spcPts val="575"/>
              </a:spcAft>
            </a:pPr>
            <a:r>
              <a:rPr b="0" lang="en-US" sz="1400" strike="noStrike" u="none">
                <a:solidFill>
                  <a:srgbClr val="ffffff"/>
                </a:solidFill>
                <a:effectLst/>
                <a:uFillTx/>
                <a:latin typeface="Arial"/>
              </a:rPr>
              <a:t>          "title": </a:t>
            </a:r>
            <a:r>
              <a:rPr b="0" lang="en-US" sz="1400" strike="noStrike" u="none">
                <a:solidFill>
                  <a:srgbClr val="ffff00"/>
                </a:solidFill>
                <a:effectLst/>
                <a:uFillTx/>
                <a:latin typeface="Arial"/>
              </a:rPr>
              <a:t>"Scan and select only valid, reachable resources; verify the resource type and its presence before referencing it in actions.</a:t>
            </a:r>
            <a:r>
              <a:rPr b="0" lang="en-US" sz="1400" strike="noStrike" u="none">
                <a:solidFill>
                  <a:schemeClr val="lt2"/>
                </a:solidFill>
                <a:effectLst/>
                <a:uFillTx/>
                <a:latin typeface="Arial"/>
              </a:rPr>
              <a:t>”</a:t>
            </a:r>
            <a:r>
              <a:rPr b="0" lang="en-US" sz="1400" strike="noStrike" u="none">
                <a:solidFill>
                  <a:srgbClr val="ffffff"/>
                </a:solidFill>
                <a:effectLst/>
                <a:uFillTx/>
                <a:latin typeface="Arial"/>
              </a:rPr>
              <a:t>} ]},</a:t>
            </a:r>
            <a:endParaRPr b="0" lang="en-US" sz="1400" strike="noStrike" u="none">
              <a:solidFill>
                <a:srgbClr val="ffffff"/>
              </a:solidFill>
              <a:effectLst/>
              <a:uFillTx/>
              <a:latin typeface="Arial"/>
            </a:endParaRPr>
          </a:p>
          <a:p>
            <a:pPr>
              <a:lnSpc>
                <a:spcPct val="100000"/>
              </a:lnSpc>
              <a:spcAft>
                <a:spcPts val="575"/>
              </a:spcAft>
            </a:pPr>
            <a:r>
              <a:rPr b="0" lang="en-US" sz="1400" strike="noStrike" u="none">
                <a:solidFill>
                  <a:srgbClr val="ffffff"/>
                </a:solidFill>
                <a:effectLst/>
                <a:uFillTx/>
                <a:latin typeface="Arial"/>
              </a:rPr>
              <a:t>{"class_id": "pc-misaligned-goal-completion",</a:t>
            </a:r>
            <a:endParaRPr b="0" lang="en-US" sz="1400" strike="noStrike" u="none">
              <a:solidFill>
                <a:srgbClr val="ffffff"/>
              </a:solidFill>
              <a:effectLst/>
              <a:uFillTx/>
              <a:latin typeface="Arial"/>
            </a:endParaRPr>
          </a:p>
          <a:p>
            <a:pPr>
              <a:lnSpc>
                <a:spcPct val="100000"/>
              </a:lnSpc>
              <a:spcAft>
                <a:spcPts val="575"/>
              </a:spcAft>
            </a:pPr>
            <a:r>
              <a:rPr b="0" lang="en-US" sz="1400" strike="noStrike" u="none">
                <a:solidFill>
                  <a:srgbClr val="ffffff"/>
                </a:solidFill>
                <a:effectLst/>
                <a:uFillTx/>
                <a:latin typeface="Arial"/>
              </a:rPr>
              <a:t>      "updates": [ {"op": "append", "kind": "heuristic",</a:t>
            </a:r>
            <a:endParaRPr b="0" lang="en-US" sz="1400" strike="noStrike" u="none">
              <a:solidFill>
                <a:srgbClr val="ffffff"/>
              </a:solidFill>
              <a:effectLst/>
              <a:uFillTx/>
              <a:latin typeface="Arial"/>
            </a:endParaRPr>
          </a:p>
          <a:p>
            <a:pPr>
              <a:lnSpc>
                <a:spcPct val="100000"/>
              </a:lnSpc>
              <a:spcAft>
                <a:spcPts val="575"/>
              </a:spcAft>
            </a:pPr>
            <a:r>
              <a:rPr b="0" lang="en-US" sz="1400" strike="noStrike" u="none">
                <a:solidFill>
                  <a:srgbClr val="ffffff"/>
                </a:solidFill>
                <a:effectLst/>
                <a:uFillTx/>
                <a:latin typeface="Arial"/>
              </a:rPr>
              <a:t>          "title": </a:t>
            </a:r>
            <a:r>
              <a:rPr b="0" lang="en-US" sz="1400" strike="noStrike" u="none">
                <a:solidFill>
                  <a:srgbClr val="ffff00"/>
                </a:solidFill>
                <a:effectLst/>
                <a:uFillTx/>
                <a:latin typeface="Arial"/>
              </a:rPr>
              <a:t>"Explicitly tie plan actions to goal completion, ensuring each plan reaches the specified end condition."</a:t>
            </a:r>
            <a:endParaRPr b="0" lang="en-US" sz="1400" strike="noStrike" u="none">
              <a:solidFill>
                <a:srgbClr val="ffffff"/>
              </a:solidFill>
              <a:effectLst/>
              <a:uFillTx/>
              <a:latin typeface="Arial"/>
            </a:endParaRPr>
          </a:p>
          <a:p>
            <a:pPr>
              <a:lnSpc>
                <a:spcPct val="100000"/>
              </a:lnSpc>
              <a:spcAft>
                <a:spcPts val="575"/>
              </a:spcAft>
            </a:pPr>
            <a:r>
              <a:rPr b="0" lang="en-US" sz="1400" strike="noStrike" u="none">
                <a:solidFill>
                  <a:srgbClr val="ffffff"/>
                </a:solidFill>
                <a:effectLst/>
                <a:uFillTx/>
                <a:latin typeface="Arial"/>
              </a:rPr>
              <a:t>        }]</a:t>
            </a:r>
            <a:endParaRPr b="0" lang="en-US" sz="1400" strike="noStrike" u="none">
              <a:solidFill>
                <a:srgbClr val="ffffff"/>
              </a:solidFill>
              <a:effectLst/>
              <a:uFillTx/>
              <a:latin typeface="Arial"/>
            </a:endParaRPr>
          </a:p>
          <a:p>
            <a:pPr>
              <a:lnSpc>
                <a:spcPct val="100000"/>
              </a:lnSpc>
              <a:spcAft>
                <a:spcPts val="575"/>
              </a:spcAft>
            </a:pPr>
            <a:r>
              <a:rPr b="0" lang="en-US" sz="1400" strike="noStrike" u="none">
                <a:solidFill>
                  <a:srgbClr val="ffffff"/>
                </a:solidFill>
                <a:effectLst/>
                <a:uFillTx/>
                <a:latin typeface="Arial"/>
              </a:rPr>
              <a:t>{"class_id": "pc-redundant-or-wasted-steps",</a:t>
            </a:r>
            <a:endParaRPr b="0" lang="en-US" sz="1400" strike="noStrike" u="none">
              <a:solidFill>
                <a:srgbClr val="ffffff"/>
              </a:solidFill>
              <a:effectLst/>
              <a:uFillTx/>
              <a:latin typeface="Arial"/>
            </a:endParaRPr>
          </a:p>
          <a:p>
            <a:pPr>
              <a:lnSpc>
                <a:spcPct val="100000"/>
              </a:lnSpc>
              <a:spcAft>
                <a:spcPts val="575"/>
              </a:spcAft>
            </a:pPr>
            <a:r>
              <a:rPr b="0" lang="en-US" sz="1400" strike="noStrike" u="none">
                <a:solidFill>
                  <a:srgbClr val="ffffff"/>
                </a:solidFill>
                <a:effectLst/>
                <a:uFillTx/>
                <a:latin typeface="Arial"/>
              </a:rPr>
              <a:t>      "updates": [{ "op": "append", "kind": "heuristic",</a:t>
            </a:r>
            <a:endParaRPr b="0" lang="en-US" sz="1400" strike="noStrike" u="none">
              <a:solidFill>
                <a:srgbClr val="ffffff"/>
              </a:solidFill>
              <a:effectLst/>
              <a:uFillTx/>
              <a:latin typeface="Arial"/>
            </a:endParaRPr>
          </a:p>
          <a:p>
            <a:pPr>
              <a:lnSpc>
                <a:spcPct val="100000"/>
              </a:lnSpc>
              <a:spcAft>
                <a:spcPts val="575"/>
              </a:spcAft>
            </a:pPr>
            <a:r>
              <a:rPr b="0" lang="en-US" sz="1400" strike="noStrike" u="none">
                <a:solidFill>
                  <a:srgbClr val="ffffff"/>
                </a:solidFill>
                <a:effectLst/>
                <a:uFillTx/>
                <a:latin typeface="Arial"/>
              </a:rPr>
              <a:t>          "title": </a:t>
            </a:r>
            <a:r>
              <a:rPr b="0" lang="en-US" sz="1400" strike="noStrike" u="none">
                <a:solidFill>
                  <a:srgbClr val="ffff00"/>
                </a:solidFill>
                <a:effectLst/>
                <a:uFillTx/>
                <a:latin typeface="Arial"/>
              </a:rPr>
              <a:t>"Avoid redundant moves or repeated actions; keep plans concise by only including necessary steps."</a:t>
            </a:r>
            <a:endParaRPr b="0" lang="en-US" sz="1400" strike="noStrike" u="none">
              <a:solidFill>
                <a:srgbClr val="ffffff"/>
              </a:solidFill>
              <a:effectLst/>
              <a:uFillTx/>
              <a:latin typeface="Arial"/>
            </a:endParaRPr>
          </a:p>
          <a:p>
            <a:pPr>
              <a:lnSpc>
                <a:spcPct val="100000"/>
              </a:lnSpc>
              <a:spcAft>
                <a:spcPts val="575"/>
              </a:spcAft>
            </a:pPr>
            <a:r>
              <a:rPr b="0" lang="en-US" sz="1400" strike="noStrike" u="none">
                <a:solidFill>
                  <a:srgbClr val="ffffff"/>
                </a:solidFill>
                <a:effectLst/>
                <a:uFillTx/>
                <a:latin typeface="Arial"/>
              </a:rPr>
              <a:t>        }</a:t>
            </a:r>
            <a:endParaRPr b="0" lang="en-US" sz="1400" strike="noStrike" u="none">
              <a:solidFill>
                <a:srgbClr val="ffffff"/>
              </a:solidFill>
              <a:effectLst/>
              <a:uFillTx/>
              <a:latin typeface="Arial"/>
            </a:endParaRPr>
          </a:p>
          <a:p>
            <a:pPr>
              <a:lnSpc>
                <a:spcPct val="100000"/>
              </a:lnSpc>
            </a:pPr>
            <a:r>
              <a:rPr b="0" lang="en-US" sz="1400" strike="noStrike" u="none">
                <a:solidFill>
                  <a:srgbClr val="ffffff"/>
                </a:solidFill>
                <a:effectLst/>
                <a:uFillTx/>
                <a:latin typeface="Arial"/>
              </a:rPr>
              <a:t>     </a:t>
            </a:r>
            <a:endParaRPr b="0" lang="en-US" sz="1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PlaceHolder 1"/>
          <p:cNvSpPr>
            <a:spLocks noGrp="1"/>
          </p:cNvSpPr>
          <p:nvPr>
            <p:ph type="title"/>
          </p:nvPr>
        </p:nvSpPr>
        <p:spPr>
          <a:xfrm>
            <a:off x="289080" y="402480"/>
            <a:ext cx="8515440" cy="622800"/>
          </a:xfrm>
          <a:prstGeom prst="rect">
            <a:avLst/>
          </a:prstGeom>
          <a:noFill/>
          <a:ln w="0">
            <a:noFill/>
          </a:ln>
        </p:spPr>
        <p:txBody>
          <a:bodyPr lIns="0" rIns="0" tIns="0" bIns="0" anchor="ctr">
            <a:noAutofit/>
          </a:bodyPr>
          <a:p>
            <a:pPr indent="0" algn="ctr">
              <a:lnSpc>
                <a:spcPct val="100000"/>
              </a:lnSpc>
              <a:buNone/>
              <a:tabLst>
                <a:tab algn="l" pos="0"/>
              </a:tabLst>
            </a:pPr>
            <a:r>
              <a:rPr b="1" i="1" lang="en-US" sz="2800" strike="noStrike" u="none">
                <a:solidFill>
                  <a:srgbClr val="ffffff"/>
                </a:solidFill>
                <a:effectLst/>
                <a:uFillTx/>
                <a:latin typeface="Arial"/>
              </a:rPr>
              <a:t>Test</a:t>
            </a:r>
            <a:endParaRPr b="0" lang="en-US" sz="2800" strike="noStrike" u="none">
              <a:solidFill>
                <a:srgbClr val="ffffff"/>
              </a:solidFill>
              <a:effectLst/>
              <a:uFillTx/>
              <a:latin typeface="Arial"/>
            </a:endParaRPr>
          </a:p>
        </p:txBody>
      </p:sp>
      <p:sp>
        <p:nvSpPr>
          <p:cNvPr id="133" name="PlaceHolder 2"/>
          <p:cNvSpPr>
            <a:spLocks noGrp="1"/>
          </p:cNvSpPr>
          <p:nvPr>
            <p:ph/>
          </p:nvPr>
        </p:nvSpPr>
        <p:spPr>
          <a:xfrm>
            <a:off x="3657600" y="2066760"/>
            <a:ext cx="4258080" cy="1817280"/>
          </a:xfrm>
          <a:prstGeom prst="rect">
            <a:avLst/>
          </a:prstGeom>
          <a:noFill/>
          <a:ln w="0">
            <a:noFill/>
          </a:ln>
        </p:spPr>
        <p:txBody>
          <a:bodyPr lIns="0" rIns="0" tIns="0" bIns="0" anchor="t">
            <a:normAutofit/>
          </a:bodyPr>
          <a:p>
            <a:pPr marL="432000" indent="-324000">
              <a:lnSpc>
                <a:spcPct val="100000"/>
              </a:lnSpc>
              <a:spcBef>
                <a:spcPts val="1417"/>
              </a:spcBef>
              <a:buClr>
                <a:srgbClr val="ffffff"/>
              </a:buClr>
              <a:buSzPct val="45000"/>
              <a:buFont typeface="Wingdings" charset="2"/>
              <a:buChar char=""/>
            </a:pPr>
            <a:r>
              <a:rPr b="0" lang="en-US" sz="3200" strike="noStrike" u="none">
                <a:solidFill>
                  <a:srgbClr val="ffffff"/>
                </a:solidFill>
                <a:effectLst/>
                <a:uFillTx/>
                <a:latin typeface="Arial"/>
              </a:rPr>
              <a:t>TBD...</a:t>
            </a:r>
            <a:endParaRPr b="0" lang="en-US" sz="32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PlaceHolder 1"/>
          <p:cNvSpPr>
            <a:spLocks noGrp="1"/>
          </p:cNvSpPr>
          <p:nvPr>
            <p:ph type="title"/>
          </p:nvPr>
        </p:nvSpPr>
        <p:spPr>
          <a:xfrm>
            <a:off x="311760" y="155880"/>
            <a:ext cx="8515440" cy="623160"/>
          </a:xfrm>
          <a:prstGeom prst="rect">
            <a:avLst/>
          </a:prstGeom>
          <a:noFill/>
          <a:ln w="0">
            <a:noFill/>
          </a:ln>
        </p:spPr>
        <p:txBody>
          <a:bodyPr lIns="0" rIns="0" tIns="0" bIns="0" anchor="ctr">
            <a:noAutofit/>
          </a:bodyPr>
          <a:p>
            <a:pPr indent="0" algn="ctr">
              <a:lnSpc>
                <a:spcPct val="100000"/>
              </a:lnSpc>
              <a:buNone/>
              <a:tabLst>
                <a:tab algn="l" pos="0"/>
              </a:tabLst>
            </a:pPr>
            <a:r>
              <a:rPr b="1" i="1" lang="en-US" sz="2800" strike="noStrike" u="sng">
                <a:solidFill>
                  <a:srgbClr val="ffffff"/>
                </a:solidFill>
                <a:effectLst/>
                <a:uFillTx/>
                <a:latin typeface="Arial"/>
              </a:rPr>
              <a:t>Summary</a:t>
            </a:r>
            <a:endParaRPr b="0" lang="en-US" sz="2800" strike="noStrike" u="none">
              <a:solidFill>
                <a:srgbClr val="ffffff"/>
              </a:solidFill>
              <a:effectLst/>
              <a:uFillTx/>
              <a:latin typeface="Arial"/>
            </a:endParaRPr>
          </a:p>
        </p:txBody>
      </p:sp>
      <p:sp>
        <p:nvSpPr>
          <p:cNvPr id="135" name="PlaceHolder 2"/>
          <p:cNvSpPr>
            <a:spLocks noGrp="1"/>
          </p:cNvSpPr>
          <p:nvPr>
            <p:ph/>
          </p:nvPr>
        </p:nvSpPr>
        <p:spPr>
          <a:xfrm>
            <a:off x="851760" y="1189080"/>
            <a:ext cx="7399440" cy="3381840"/>
          </a:xfrm>
          <a:prstGeom prst="rect">
            <a:avLst/>
          </a:prstGeom>
          <a:noFill/>
          <a:ln w="0">
            <a:noFill/>
          </a:ln>
        </p:spPr>
        <p:txBody>
          <a:bodyPr lIns="0" rIns="0" tIns="0" bIns="0" anchor="t">
            <a:normAutofit/>
          </a:bodyPr>
          <a:p>
            <a:pPr marL="432000" indent="-324000">
              <a:lnSpc>
                <a:spcPct val="100000"/>
              </a:lnSpc>
              <a:spcBef>
                <a:spcPts val="1417"/>
              </a:spcBef>
              <a:buClr>
                <a:srgbClr val="ffffff"/>
              </a:buClr>
              <a:buSzPct val="45000"/>
              <a:buFont typeface="Wingdings" charset="2"/>
              <a:buChar char=""/>
            </a:pPr>
            <a:r>
              <a:rPr b="0" lang="en-US" sz="1800" strike="noStrike" u="none">
                <a:solidFill>
                  <a:srgbClr val="ffffff"/>
                </a:solidFill>
                <a:effectLst/>
                <a:uFillTx/>
                <a:latin typeface="Arial"/>
              </a:rPr>
              <a:t>LLMs have trained on terrabytes of text about natural and near-natural environments.</a:t>
            </a:r>
            <a:endParaRPr b="0" lang="en-US" sz="1800" strike="noStrike" u="none">
              <a:solidFill>
                <a:srgbClr val="ffffff"/>
              </a:solidFill>
              <a:effectLst/>
              <a:uFillTx/>
              <a:latin typeface="Arial"/>
            </a:endParaRPr>
          </a:p>
          <a:p>
            <a:pPr marL="432000" indent="-324000">
              <a:lnSpc>
                <a:spcPct val="100000"/>
              </a:lnSpc>
              <a:spcBef>
                <a:spcPts val="1417"/>
              </a:spcBef>
              <a:buClr>
                <a:srgbClr val="ffffff"/>
              </a:buClr>
              <a:buSzPct val="45000"/>
              <a:buFont typeface="Wingdings" charset="2"/>
              <a:buChar char=""/>
            </a:pPr>
            <a:r>
              <a:rPr b="0" lang="en-US" sz="1800" strike="noStrike" u="none">
                <a:solidFill>
                  <a:srgbClr val="ffffff"/>
                </a:solidFill>
                <a:effectLst/>
                <a:uFillTx/>
                <a:latin typeface="Arial"/>
              </a:rPr>
              <a:t>They ‘know’ </a:t>
            </a:r>
            <a:r>
              <a:rPr b="0" i="1" lang="en-US" sz="1800" strike="noStrike" u="none">
                <a:solidFill>
                  <a:srgbClr val="ffffff"/>
                </a:solidFill>
                <a:effectLst/>
                <a:uFillTx/>
                <a:latin typeface="Arial"/>
              </a:rPr>
              <a:t>facts</a:t>
            </a:r>
            <a:r>
              <a:rPr b="0" lang="en-US" sz="1800" strike="noStrike" u="none">
                <a:solidFill>
                  <a:srgbClr val="ffffff"/>
                </a:solidFill>
                <a:effectLst/>
                <a:uFillTx/>
                <a:latin typeface="Arial"/>
              </a:rPr>
              <a:t> and </a:t>
            </a:r>
            <a:r>
              <a:rPr b="0" i="1" lang="en-US" sz="1800" strike="noStrike" u="none">
                <a:solidFill>
                  <a:srgbClr val="ffffff"/>
                </a:solidFill>
                <a:effectLst/>
                <a:uFillTx/>
                <a:latin typeface="Arial"/>
              </a:rPr>
              <a:t>methods</a:t>
            </a:r>
            <a:r>
              <a:rPr b="0" lang="en-US" sz="1800" strike="noStrike" u="none">
                <a:solidFill>
                  <a:srgbClr val="ffffff"/>
                </a:solidFill>
                <a:effectLst/>
                <a:uFillTx/>
                <a:latin typeface="Arial"/>
              </a:rPr>
              <a:t> for handling hard problems in NNEs</a:t>
            </a:r>
            <a:endParaRPr b="0" lang="en-US" sz="1800" strike="noStrike" u="none">
              <a:solidFill>
                <a:srgbClr val="ffffff"/>
              </a:solidFill>
              <a:effectLst/>
              <a:uFillTx/>
              <a:latin typeface="Arial"/>
            </a:endParaRPr>
          </a:p>
          <a:p>
            <a:pPr marL="432000" indent="-324000">
              <a:lnSpc>
                <a:spcPct val="100000"/>
              </a:lnSpc>
              <a:spcBef>
                <a:spcPts val="1417"/>
              </a:spcBef>
              <a:buClr>
                <a:srgbClr val="ffffff"/>
              </a:buClr>
              <a:buSzPct val="45000"/>
              <a:buFont typeface="Wingdings" charset="2"/>
              <a:buChar char=""/>
            </a:pPr>
            <a:r>
              <a:rPr b="0" lang="en-US" sz="1800" strike="noStrike" u="none">
                <a:solidFill>
                  <a:srgbClr val="ffffff"/>
                </a:solidFill>
                <a:effectLst/>
                <a:uFillTx/>
                <a:latin typeface="Arial"/>
              </a:rPr>
              <a:t>Training corpus includes </a:t>
            </a:r>
            <a:r>
              <a:rPr b="0" i="1" lang="en-US" sz="1800" strike="noStrike" u="none">
                <a:solidFill>
                  <a:srgbClr val="ffffff"/>
                </a:solidFill>
                <a:effectLst/>
                <a:uFillTx/>
                <a:latin typeface="Arial"/>
              </a:rPr>
              <a:t>reflection</a:t>
            </a:r>
            <a:r>
              <a:rPr b="0" lang="en-US" sz="1800" strike="noStrike" u="none">
                <a:solidFill>
                  <a:srgbClr val="ffffff"/>
                </a:solidFill>
                <a:effectLst/>
                <a:uFillTx/>
                <a:latin typeface="Arial"/>
              </a:rPr>
              <a:t> on domain performance.</a:t>
            </a:r>
            <a:endParaRPr b="0" lang="en-US" sz="1800" strike="noStrike" u="none">
              <a:solidFill>
                <a:srgbClr val="ffffff"/>
              </a:solidFill>
              <a:effectLst/>
              <a:uFillTx/>
              <a:latin typeface="Arial"/>
            </a:endParaRPr>
          </a:p>
          <a:p>
            <a:pPr marL="432000" indent="-324000">
              <a:lnSpc>
                <a:spcPct val="100000"/>
              </a:lnSpc>
              <a:spcBef>
                <a:spcPts val="1417"/>
              </a:spcBef>
              <a:buClr>
                <a:srgbClr val="ffffff"/>
              </a:buClr>
              <a:buSzPct val="45000"/>
              <a:buFont typeface="Wingdings" charset="2"/>
              <a:buChar char=""/>
            </a:pPr>
            <a:r>
              <a:rPr b="0" lang="en-US" sz="1800" strike="noStrike" u="none">
                <a:solidFill>
                  <a:srgbClr val="ffffff"/>
                </a:solidFill>
                <a:effectLst/>
                <a:uFillTx/>
                <a:latin typeface="Arial"/>
              </a:rPr>
              <a:t>We can improve long-term performance through ontology-alignment</a:t>
            </a:r>
            <a:endParaRPr b="0" lang="en-US" sz="1800" strike="noStrike" u="none">
              <a:solidFill>
                <a:srgbClr val="ffffff"/>
              </a:solidFill>
              <a:effectLst/>
              <a:uFillTx/>
              <a:latin typeface="Arial"/>
            </a:endParaRPr>
          </a:p>
          <a:p>
            <a:pPr marL="432000" indent="-324000">
              <a:lnSpc>
                <a:spcPct val="100000"/>
              </a:lnSpc>
              <a:spcBef>
                <a:spcPts val="1417"/>
              </a:spcBef>
              <a:buClr>
                <a:srgbClr val="ffffff"/>
              </a:buClr>
              <a:buSzPct val="45000"/>
              <a:buFont typeface="Wingdings" charset="2"/>
              <a:buChar char=""/>
            </a:pPr>
            <a:r>
              <a:rPr b="0" lang="en-US" sz="1800" strike="noStrike" u="none">
                <a:solidFill>
                  <a:srgbClr val="ffffff"/>
                </a:solidFill>
                <a:effectLst/>
                <a:uFillTx/>
                <a:latin typeface="Arial"/>
              </a:rPr>
              <a:t>But – Do corpuses cover </a:t>
            </a:r>
            <a:r>
              <a:rPr b="0" i="1" lang="en-US" sz="1800" strike="noStrike" u="none">
                <a:solidFill>
                  <a:srgbClr val="ffffff"/>
                </a:solidFill>
                <a:effectLst/>
                <a:uFillTx/>
                <a:latin typeface="Arial"/>
              </a:rPr>
              <a:t>everything, </a:t>
            </a:r>
            <a:r>
              <a:rPr b="0" lang="en-US" sz="1800" strike="noStrike" u="none">
                <a:solidFill>
                  <a:srgbClr val="ffffff"/>
                </a:solidFill>
                <a:effectLst/>
                <a:uFillTx/>
                <a:latin typeface="Arial"/>
              </a:rPr>
              <a:t>or are important details omitted?</a:t>
            </a:r>
            <a:endParaRPr b="0" lang="en-US" sz="1800" strike="noStrike" u="none">
              <a:solidFill>
                <a:srgbClr val="ffffff"/>
              </a:solidFill>
              <a:effectLst/>
              <a:uFillTx/>
              <a:latin typeface="Arial"/>
            </a:endParaRPr>
          </a:p>
          <a:p>
            <a:pPr lvl="1" marL="864000" indent="-324000">
              <a:lnSpc>
                <a:spcPct val="100000"/>
              </a:lnSpc>
              <a:spcBef>
                <a:spcPts val="289"/>
              </a:spcBef>
              <a:buClr>
                <a:srgbClr val="ffffff"/>
              </a:buClr>
              <a:buSzPct val="75000"/>
              <a:buFont typeface="Symbol" charset="2"/>
              <a:buChar char=""/>
            </a:pPr>
            <a:r>
              <a:rPr b="0" lang="en-US" sz="1800" strike="noStrike" u="none">
                <a:solidFill>
                  <a:srgbClr val="ffffff"/>
                </a:solidFill>
                <a:effectLst/>
                <a:uFillTx/>
                <a:latin typeface="Arial"/>
              </a:rPr>
              <a:t>Have you read Proust or Joyce or Wolf? </a:t>
            </a:r>
            <a:endParaRPr b="0" lang="en-US" sz="1800" strike="noStrike" u="none">
              <a:solidFill>
                <a:srgbClr val="ffffff"/>
              </a:solidFill>
              <a:effectLst/>
              <a:uFillTx/>
              <a:latin typeface="Arial"/>
            </a:endParaRPr>
          </a:p>
          <a:p>
            <a:pPr marL="864000" indent="0">
              <a:lnSpc>
                <a:spcPct val="100000"/>
              </a:lnSpc>
              <a:spcBef>
                <a:spcPts val="1134"/>
              </a:spcBef>
              <a:buNone/>
              <a:tabLst>
                <a:tab algn="l" pos="0"/>
              </a:tabLst>
            </a:pPr>
            <a:r>
              <a:rPr b="0" lang="en-US" sz="1800" strike="noStrike" u="none">
                <a:solidFill>
                  <a:srgbClr val="ffffff"/>
                </a:solidFill>
                <a:effectLst/>
                <a:uFillTx/>
                <a:latin typeface="Arial"/>
              </a:rPr>
              <a:t> </a:t>
            </a:r>
            <a:endParaRPr b="0" lang="en-US"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0.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877</TotalTime>
  <Application>LibreOffice/25.2.6.2$Linux_X86_64 LibreOffice_project/520$Build-2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2025-10-01T10:42:51Z</dcterms:modified>
  <cp:revision>57</cp:revision>
  <dc:subject/>
  <dc:title/>
</cp:coreProperties>
</file>

<file path=docProps/custom.xml><?xml version="1.0" encoding="utf-8"?>
<Properties xmlns="http://schemas.openxmlformats.org/officeDocument/2006/custom-properties" xmlns:vt="http://schemas.openxmlformats.org/officeDocument/2006/docPropsVTypes"/>
</file>